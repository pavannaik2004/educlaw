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25.png" Type="http://schemas.openxmlformats.org/officeDocument/2006/relationships/image"/><Relationship Id="rId5" Target="../media/image13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https://drive.google.com/file/d/1foqMcjgMzGlrE-RbEhzAG1EpbsznaZdS/view?usp=sharing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58811" y="2429694"/>
            <a:ext cx="6632019" cy="8457352"/>
            <a:chOff x="0" y="0"/>
            <a:chExt cx="8842692" cy="11276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42756" cy="11276457"/>
            </a:xfrm>
            <a:custGeom>
              <a:avLst/>
              <a:gdLst/>
              <a:ahLst/>
              <a:cxnLst/>
              <a:rect r="r" b="b" t="t" l="l"/>
              <a:pathLst>
                <a:path h="11276457" w="8842756">
                  <a:moveTo>
                    <a:pt x="0" y="0"/>
                  </a:moveTo>
                  <a:lnTo>
                    <a:pt x="8842756" y="0"/>
                  </a:lnTo>
                  <a:lnTo>
                    <a:pt x="8842756" y="11276457"/>
                  </a:lnTo>
                  <a:lnTo>
                    <a:pt x="0" y="11276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174" t="-19865" r="-122915" b="-8160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" y="933364"/>
            <a:ext cx="3090996" cy="52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CLASH OF THE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94737" y="739173"/>
            <a:ext cx="2953864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E81B25"/>
                </a:solidFill>
                <a:latin typeface="Arimo Bold"/>
                <a:ea typeface="Arimo Bold"/>
                <a:cs typeface="Arimo Bold"/>
                <a:sym typeface="Arimo Bold"/>
              </a:rPr>
              <a:t>CLAWS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9498" y="4343795"/>
            <a:ext cx="11946666" cy="4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E81B25"/>
                </a:solidFill>
                <a:latin typeface="Arimo"/>
                <a:ea typeface="Arimo"/>
                <a:cs typeface="Arimo"/>
                <a:sym typeface="Arimo"/>
              </a:rPr>
              <a:t>RVCE_EduClaw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E81B25"/>
                </a:solidFill>
                <a:latin typeface="Arimo Bold"/>
                <a:ea typeface="Arimo Bold"/>
                <a:cs typeface="Arimo Bold"/>
                <a:sym typeface="Arimo Bold"/>
              </a:rPr>
              <a:t>EduClaw - AI that studies with you.</a:t>
            </a:r>
          </a:p>
          <a:p>
            <a:pPr algn="l" marL="1295400" indent="-647700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44546A"/>
                </a:solidFill>
                <a:latin typeface="Arimo Bold"/>
                <a:ea typeface="Arimo Bold"/>
                <a:cs typeface="Arimo Bold"/>
                <a:sym typeface="Arimo Bold"/>
              </a:rPr>
              <a:t>Pavan Naik</a:t>
            </a:r>
          </a:p>
          <a:p>
            <a:pPr algn="l" marL="1295400" indent="-647700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44546A"/>
                </a:solidFill>
                <a:latin typeface="Arimo Bold"/>
                <a:ea typeface="Arimo Bold"/>
                <a:cs typeface="Arimo Bold"/>
                <a:sym typeface="Arimo Bold"/>
              </a:rPr>
              <a:t>Sumanth Hegde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6035" y="70123"/>
            <a:ext cx="1461592" cy="958567"/>
            <a:chOff x="0" y="0"/>
            <a:chExt cx="1948790" cy="1278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8815" cy="1278128"/>
            </a:xfrm>
            <a:custGeom>
              <a:avLst/>
              <a:gdLst/>
              <a:ahLst/>
              <a:cxnLst/>
              <a:rect r="r" b="b" t="t" l="l"/>
              <a:pathLst>
                <a:path h="1278128" w="1948815">
                  <a:moveTo>
                    <a:pt x="0" y="0"/>
                  </a:moveTo>
                  <a:lnTo>
                    <a:pt x="1948815" y="0"/>
                  </a:lnTo>
                  <a:lnTo>
                    <a:pt x="1948815" y="1278128"/>
                  </a:lnTo>
                  <a:lnTo>
                    <a:pt x="0" y="1278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9" r="1" b="-10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18164" y="262547"/>
            <a:ext cx="45247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| Tech Management, SRI-B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975104"/>
            <a:ext cx="16642080" cy="512064"/>
            <a:chOff x="0" y="0"/>
            <a:chExt cx="221894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80C1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Theme 3 · Productivity Platforms — We asked: Why is student productivity still broken in 2026?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2797" y="2696461"/>
            <a:ext cx="8249917" cy="2854957"/>
            <a:chOff x="0" y="0"/>
            <a:chExt cx="10999889" cy="38066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3589" y="1358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99978" cy="3806698"/>
            </a:xfrm>
            <a:custGeom>
              <a:avLst/>
              <a:gdLst/>
              <a:ahLst/>
              <a:cxnLst/>
              <a:rect r="r" b="b" t="t" l="l"/>
              <a:pathLst>
                <a:path h="3806698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3793109"/>
                  </a:lnTo>
                  <a:cubicBezTo>
                    <a:pt x="10999978" y="3800602"/>
                    <a:pt x="10993882" y="3806698"/>
                    <a:pt x="10986389" y="3806698"/>
                  </a:cubicBezTo>
                  <a:lnTo>
                    <a:pt x="13589" y="3806698"/>
                  </a:lnTo>
                  <a:cubicBezTo>
                    <a:pt x="6096" y="3806698"/>
                    <a:pt x="0" y="3800602"/>
                    <a:pt x="0" y="3793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793109"/>
                  </a:lnTo>
                  <a:lnTo>
                    <a:pt x="13589" y="3793109"/>
                  </a:lnTo>
                  <a:lnTo>
                    <a:pt x="13589" y="3779520"/>
                  </a:lnTo>
                  <a:lnTo>
                    <a:pt x="10986389" y="3779520"/>
                  </a:lnTo>
                  <a:lnTo>
                    <a:pt x="10986389" y="3793109"/>
                  </a:lnTo>
                  <a:lnTo>
                    <a:pt x="10972800" y="379310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0263" y="2693927"/>
            <a:ext cx="135131" cy="2860043"/>
            <a:chOff x="0" y="0"/>
            <a:chExt cx="180175" cy="3813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3813302"/>
            </a:xfrm>
            <a:custGeom>
              <a:avLst/>
              <a:gdLst/>
              <a:ahLst/>
              <a:cxnLst/>
              <a:rect r="r" b="b" t="t" l="l"/>
              <a:pathLst>
                <a:path h="38133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796411"/>
                  </a:lnTo>
                  <a:cubicBezTo>
                    <a:pt x="180086" y="3805809"/>
                    <a:pt x="172466" y="3813302"/>
                    <a:pt x="163195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63195" y="3779520"/>
                  </a:lnTo>
                  <a:lnTo>
                    <a:pt x="163195" y="3796411"/>
                  </a:lnTo>
                  <a:lnTo>
                    <a:pt x="146304" y="3796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02871" y="2876807"/>
            <a:ext cx="793499" cy="391163"/>
            <a:chOff x="0" y="0"/>
            <a:chExt cx="1057999" cy="521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7910" cy="521464"/>
            </a:xfrm>
            <a:custGeom>
              <a:avLst/>
              <a:gdLst/>
              <a:ahLst/>
              <a:cxnLst/>
              <a:rect r="r" b="b" t="t" l="l"/>
              <a:pathLst>
                <a:path h="521464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504571"/>
                  </a:lnTo>
                  <a:cubicBezTo>
                    <a:pt x="1057910" y="513969"/>
                    <a:pt x="1050290" y="521462"/>
                    <a:pt x="104101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41019" y="487680"/>
                  </a:lnTo>
                  <a:lnTo>
                    <a:pt x="1041019" y="504571"/>
                  </a:lnTo>
                  <a:lnTo>
                    <a:pt x="1024128" y="50457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5568" y="2889504"/>
            <a:ext cx="768096" cy="365760"/>
            <a:chOff x="0" y="0"/>
            <a:chExt cx="1024128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2412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PS-01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5568" y="3364992"/>
            <a:ext cx="7040880" cy="585216"/>
            <a:chOff x="0" y="0"/>
            <a:chExt cx="938784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3878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Overload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5568" y="4023360"/>
            <a:ext cx="7680960" cy="1371600"/>
            <a:chOff x="0" y="0"/>
            <a:chExt cx="1024128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2412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60+ page lecture PDFs land in student inboxes. Key concepts are buried. Nobody reads them all.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46720" y="2889504"/>
            <a:ext cx="658368" cy="658368"/>
            <a:chOff x="0" y="0"/>
            <a:chExt cx="877824" cy="877824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99597" y="2696461"/>
            <a:ext cx="8249917" cy="2854957"/>
            <a:chOff x="0" y="0"/>
            <a:chExt cx="10999889" cy="380660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3589" y="1358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99978" cy="3806698"/>
            </a:xfrm>
            <a:custGeom>
              <a:avLst/>
              <a:gdLst/>
              <a:ahLst/>
              <a:cxnLst/>
              <a:rect r="r" b="b" t="t" l="l"/>
              <a:pathLst>
                <a:path h="3806698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3793109"/>
                  </a:lnTo>
                  <a:cubicBezTo>
                    <a:pt x="10999978" y="3800602"/>
                    <a:pt x="10993882" y="3806698"/>
                    <a:pt x="10986389" y="3806698"/>
                  </a:cubicBezTo>
                  <a:lnTo>
                    <a:pt x="13589" y="3806698"/>
                  </a:lnTo>
                  <a:cubicBezTo>
                    <a:pt x="6096" y="3806698"/>
                    <a:pt x="0" y="3800602"/>
                    <a:pt x="0" y="3793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793109"/>
                  </a:lnTo>
                  <a:lnTo>
                    <a:pt x="13589" y="3793109"/>
                  </a:lnTo>
                  <a:lnTo>
                    <a:pt x="13589" y="3779520"/>
                  </a:lnTo>
                  <a:lnTo>
                    <a:pt x="10986389" y="3779520"/>
                  </a:lnTo>
                  <a:lnTo>
                    <a:pt x="10986389" y="3793109"/>
                  </a:lnTo>
                  <a:lnTo>
                    <a:pt x="10972800" y="379310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97063" y="2693927"/>
            <a:ext cx="135131" cy="2860043"/>
            <a:chOff x="0" y="0"/>
            <a:chExt cx="180175" cy="38133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0086" cy="3813302"/>
            </a:xfrm>
            <a:custGeom>
              <a:avLst/>
              <a:gdLst/>
              <a:ahLst/>
              <a:cxnLst/>
              <a:rect r="r" b="b" t="t" l="l"/>
              <a:pathLst>
                <a:path h="38133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796411"/>
                  </a:lnTo>
                  <a:cubicBezTo>
                    <a:pt x="180086" y="3805809"/>
                    <a:pt x="172466" y="3813302"/>
                    <a:pt x="163195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63195" y="3779520"/>
                  </a:lnTo>
                  <a:lnTo>
                    <a:pt x="163195" y="3796411"/>
                  </a:lnTo>
                  <a:lnTo>
                    <a:pt x="146304" y="3796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89671" y="2876807"/>
            <a:ext cx="793499" cy="391163"/>
            <a:chOff x="0" y="0"/>
            <a:chExt cx="1057999" cy="5215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7910" cy="521464"/>
            </a:xfrm>
            <a:custGeom>
              <a:avLst/>
              <a:gdLst/>
              <a:ahLst/>
              <a:cxnLst/>
              <a:rect r="r" b="b" t="t" l="l"/>
              <a:pathLst>
                <a:path h="521464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504571"/>
                  </a:lnTo>
                  <a:cubicBezTo>
                    <a:pt x="1057910" y="513969"/>
                    <a:pt x="1050290" y="521462"/>
                    <a:pt x="104101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41019" y="487680"/>
                  </a:lnTo>
                  <a:lnTo>
                    <a:pt x="1041019" y="504571"/>
                  </a:lnTo>
                  <a:lnTo>
                    <a:pt x="1024128" y="50457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02368" y="2889504"/>
            <a:ext cx="768096" cy="365760"/>
            <a:chOff x="0" y="0"/>
            <a:chExt cx="1024128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02412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PS-02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802368" y="3364992"/>
            <a:ext cx="7040880" cy="585216"/>
            <a:chOff x="0" y="0"/>
            <a:chExt cx="938784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93878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Instructor Blindspot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02368" y="4023360"/>
            <a:ext cx="7680960" cy="1371600"/>
            <a:chOff x="0" y="0"/>
            <a:chExt cx="1024128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Teachers see zero data on which topics confuse students most — until exam results prove it.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733520" y="2889504"/>
            <a:ext cx="658368" cy="658368"/>
            <a:chOff x="0" y="0"/>
            <a:chExt cx="877824" cy="877824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12797" y="5841997"/>
            <a:ext cx="8249917" cy="2854957"/>
            <a:chOff x="0" y="0"/>
            <a:chExt cx="10999889" cy="38066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3589" y="1358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99978" cy="3806698"/>
            </a:xfrm>
            <a:custGeom>
              <a:avLst/>
              <a:gdLst/>
              <a:ahLst/>
              <a:cxnLst/>
              <a:rect r="r" b="b" t="t" l="l"/>
              <a:pathLst>
                <a:path h="3806698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3793109"/>
                  </a:lnTo>
                  <a:cubicBezTo>
                    <a:pt x="10999978" y="3800602"/>
                    <a:pt x="10993882" y="3806698"/>
                    <a:pt x="10986389" y="3806698"/>
                  </a:cubicBezTo>
                  <a:lnTo>
                    <a:pt x="13589" y="3806698"/>
                  </a:lnTo>
                  <a:cubicBezTo>
                    <a:pt x="6096" y="3806698"/>
                    <a:pt x="0" y="3800602"/>
                    <a:pt x="0" y="3793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793109"/>
                  </a:lnTo>
                  <a:lnTo>
                    <a:pt x="13589" y="3793109"/>
                  </a:lnTo>
                  <a:lnTo>
                    <a:pt x="13589" y="3779520"/>
                  </a:lnTo>
                  <a:lnTo>
                    <a:pt x="10986389" y="3779520"/>
                  </a:lnTo>
                  <a:lnTo>
                    <a:pt x="10986389" y="3793109"/>
                  </a:lnTo>
                  <a:lnTo>
                    <a:pt x="10972800" y="379310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10263" y="5839463"/>
            <a:ext cx="135131" cy="2860043"/>
            <a:chOff x="0" y="0"/>
            <a:chExt cx="180175" cy="38133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5B5B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0086" cy="3813302"/>
            </a:xfrm>
            <a:custGeom>
              <a:avLst/>
              <a:gdLst/>
              <a:ahLst/>
              <a:cxnLst/>
              <a:rect r="r" b="b" t="t" l="l"/>
              <a:pathLst>
                <a:path h="38133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796411"/>
                  </a:lnTo>
                  <a:cubicBezTo>
                    <a:pt x="180086" y="3805809"/>
                    <a:pt x="172466" y="3813302"/>
                    <a:pt x="163195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63195" y="3779520"/>
                  </a:lnTo>
                  <a:lnTo>
                    <a:pt x="163195" y="3796411"/>
                  </a:lnTo>
                  <a:lnTo>
                    <a:pt x="146304" y="3796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02871" y="6022343"/>
            <a:ext cx="793499" cy="391163"/>
            <a:chOff x="0" y="0"/>
            <a:chExt cx="1057999" cy="5215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F5B5B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57910" cy="521464"/>
            </a:xfrm>
            <a:custGeom>
              <a:avLst/>
              <a:gdLst/>
              <a:ahLst/>
              <a:cxnLst/>
              <a:rect r="r" b="b" t="t" l="l"/>
              <a:pathLst>
                <a:path h="521464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504571"/>
                  </a:lnTo>
                  <a:cubicBezTo>
                    <a:pt x="1057910" y="513969"/>
                    <a:pt x="1050290" y="521462"/>
                    <a:pt x="104101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41019" y="487680"/>
                  </a:lnTo>
                  <a:lnTo>
                    <a:pt x="1041019" y="504571"/>
                  </a:lnTo>
                  <a:lnTo>
                    <a:pt x="1024128" y="50457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15568" y="6035040"/>
            <a:ext cx="768096" cy="365760"/>
            <a:chOff x="0" y="0"/>
            <a:chExt cx="1024128" cy="487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02412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PS-03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15568" y="6510528"/>
            <a:ext cx="7040880" cy="585216"/>
            <a:chOff x="0" y="0"/>
            <a:chExt cx="9387840" cy="7802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93878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Deadline Blindness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5568" y="7168896"/>
            <a:ext cx="7680960" cy="1371600"/>
            <a:chOff x="0" y="0"/>
            <a:chExt cx="10241280" cy="1828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2412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calendars are ignored. Students notice deadlines at the last minute, every semester.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046720" y="6035040"/>
            <a:ext cx="658368" cy="658368"/>
            <a:chOff x="0" y="0"/>
            <a:chExt cx="877824" cy="877824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99597" y="5841997"/>
            <a:ext cx="8249917" cy="2854957"/>
            <a:chOff x="0" y="0"/>
            <a:chExt cx="10999889" cy="380660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3589" y="1358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99978" cy="3806698"/>
            </a:xfrm>
            <a:custGeom>
              <a:avLst/>
              <a:gdLst/>
              <a:ahLst/>
              <a:cxnLst/>
              <a:rect r="r" b="b" t="t" l="l"/>
              <a:pathLst>
                <a:path h="3806698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3793109"/>
                  </a:lnTo>
                  <a:cubicBezTo>
                    <a:pt x="10999978" y="3800602"/>
                    <a:pt x="10993882" y="3806698"/>
                    <a:pt x="10986389" y="3806698"/>
                  </a:cubicBezTo>
                  <a:lnTo>
                    <a:pt x="13589" y="3806698"/>
                  </a:lnTo>
                  <a:cubicBezTo>
                    <a:pt x="6096" y="3806698"/>
                    <a:pt x="0" y="3800602"/>
                    <a:pt x="0" y="3793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793109"/>
                  </a:lnTo>
                  <a:lnTo>
                    <a:pt x="13589" y="3793109"/>
                  </a:lnTo>
                  <a:lnTo>
                    <a:pt x="13589" y="3779520"/>
                  </a:lnTo>
                  <a:lnTo>
                    <a:pt x="10986389" y="3779520"/>
                  </a:lnTo>
                  <a:lnTo>
                    <a:pt x="10986389" y="3793109"/>
                  </a:lnTo>
                  <a:lnTo>
                    <a:pt x="10972800" y="379310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97063" y="5839463"/>
            <a:ext cx="135131" cy="2860043"/>
            <a:chOff x="0" y="0"/>
            <a:chExt cx="180175" cy="381339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0F5A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086" cy="3813302"/>
            </a:xfrm>
            <a:custGeom>
              <a:avLst/>
              <a:gdLst/>
              <a:ahLst/>
              <a:cxnLst/>
              <a:rect r="r" b="b" t="t" l="l"/>
              <a:pathLst>
                <a:path h="38133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796411"/>
                  </a:lnTo>
                  <a:cubicBezTo>
                    <a:pt x="180086" y="3805809"/>
                    <a:pt x="172466" y="3813302"/>
                    <a:pt x="163195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63195" y="3779520"/>
                  </a:lnTo>
                  <a:lnTo>
                    <a:pt x="163195" y="3796411"/>
                  </a:lnTo>
                  <a:lnTo>
                    <a:pt x="146304" y="3796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789671" y="6022343"/>
            <a:ext cx="793499" cy="391163"/>
            <a:chOff x="0" y="0"/>
            <a:chExt cx="1057999" cy="5215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0F5A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57910" cy="521464"/>
            </a:xfrm>
            <a:custGeom>
              <a:avLst/>
              <a:gdLst/>
              <a:ahLst/>
              <a:cxnLst/>
              <a:rect r="r" b="b" t="t" l="l"/>
              <a:pathLst>
                <a:path h="521464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504571"/>
                  </a:lnTo>
                  <a:cubicBezTo>
                    <a:pt x="1057910" y="513969"/>
                    <a:pt x="1050290" y="521462"/>
                    <a:pt x="104101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41019" y="487680"/>
                  </a:lnTo>
                  <a:lnTo>
                    <a:pt x="1041019" y="504571"/>
                  </a:lnTo>
                  <a:lnTo>
                    <a:pt x="1024128" y="50457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802368" y="6035040"/>
            <a:ext cx="768096" cy="365760"/>
            <a:chOff x="0" y="0"/>
            <a:chExt cx="1024128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02412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PS-04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02368" y="6510528"/>
            <a:ext cx="7040880" cy="585216"/>
            <a:chOff x="0" y="0"/>
            <a:chExt cx="9387840" cy="7802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93878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Passive Learning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802368" y="7168896"/>
            <a:ext cx="7680960" cy="1371600"/>
            <a:chOff x="0" y="0"/>
            <a:chExt cx="10241280" cy="1828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2412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Students wait to be tested. There's no system that proactively pushes revision — ever.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733520" y="6035040"/>
            <a:ext cx="658368" cy="658368"/>
            <a:chOff x="0" y="0"/>
            <a:chExt cx="877824" cy="877824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22960" y="8994781"/>
            <a:ext cx="17007840" cy="548640"/>
            <a:chOff x="0" y="0"/>
            <a:chExt cx="2267712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2677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7E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faces it: </a:t>
              </a: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Engineering &amp; science students (PS-1, PS-3)  ·  Faculty (PS-2, PS-4)  ·  Study group leads (PS-3)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03148"/>
            <a:ext cx="16563346" cy="12882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60"/>
                </a:lnSpc>
              </a:pPr>
              <a:r>
                <a:rPr lang="en-US" sz="5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Solution &amp; Gaps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2797" y="2001517"/>
            <a:ext cx="8067037" cy="7335517"/>
            <a:chOff x="0" y="0"/>
            <a:chExt cx="10756049" cy="97806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3589" y="13589"/>
              <a:ext cx="107289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56138" cy="9780778"/>
            </a:xfrm>
            <a:custGeom>
              <a:avLst/>
              <a:gdLst/>
              <a:ahLst/>
              <a:cxnLst/>
              <a:rect r="r" b="b" t="t" l="l"/>
              <a:pathLst>
                <a:path h="9780778" w="10756138">
                  <a:moveTo>
                    <a:pt x="13589" y="0"/>
                  </a:moveTo>
                  <a:lnTo>
                    <a:pt x="10742549" y="0"/>
                  </a:lnTo>
                  <a:cubicBezTo>
                    <a:pt x="10750042" y="0"/>
                    <a:pt x="10756138" y="6096"/>
                    <a:pt x="10756138" y="13589"/>
                  </a:cubicBezTo>
                  <a:lnTo>
                    <a:pt x="10756138" y="9767189"/>
                  </a:lnTo>
                  <a:cubicBezTo>
                    <a:pt x="10756138" y="9774682"/>
                    <a:pt x="10750042" y="9780778"/>
                    <a:pt x="10742549" y="9780778"/>
                  </a:cubicBezTo>
                  <a:lnTo>
                    <a:pt x="13589" y="9780778"/>
                  </a:lnTo>
                  <a:cubicBezTo>
                    <a:pt x="6096" y="9780778"/>
                    <a:pt x="0" y="9774682"/>
                    <a:pt x="0" y="97671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767189"/>
                  </a:lnTo>
                  <a:lnTo>
                    <a:pt x="13589" y="9767189"/>
                  </a:lnTo>
                  <a:lnTo>
                    <a:pt x="13589" y="9753600"/>
                  </a:lnTo>
                  <a:lnTo>
                    <a:pt x="10742549" y="9753600"/>
                  </a:lnTo>
                  <a:lnTo>
                    <a:pt x="10742549" y="9767189"/>
                  </a:lnTo>
                  <a:lnTo>
                    <a:pt x="10728960" y="9767189"/>
                  </a:lnTo>
                  <a:lnTo>
                    <a:pt x="10728960" y="13589"/>
                  </a:lnTo>
                  <a:lnTo>
                    <a:pt x="10742549" y="13589"/>
                  </a:lnTo>
                  <a:lnTo>
                    <a:pt x="107425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4A607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0263" y="1998983"/>
            <a:ext cx="8072123" cy="793499"/>
            <a:chOff x="0" y="0"/>
            <a:chExt cx="10762831" cy="10579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A607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274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041019"/>
                  </a:lnTo>
                  <a:cubicBezTo>
                    <a:pt x="10762742" y="1050417"/>
                    <a:pt x="10755122" y="1057910"/>
                    <a:pt x="107458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745851" y="1024128"/>
                  </a:lnTo>
                  <a:lnTo>
                    <a:pt x="10745851" y="1041019"/>
                  </a:lnTo>
                  <a:lnTo>
                    <a:pt x="10728960" y="104101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607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2011680"/>
            <a:ext cx="8046720" cy="768096"/>
            <a:chOff x="0" y="0"/>
            <a:chExt cx="1072896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289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 (Static LMS)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2144" y="3145536"/>
            <a:ext cx="512064" cy="512064"/>
            <a:chOff x="0" y="0"/>
            <a:chExt cx="682752" cy="68275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47088" y="3145536"/>
            <a:ext cx="6766560" cy="512064"/>
            <a:chOff x="0" y="0"/>
            <a:chExt cx="902208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 → Navigate → Search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47088" y="3694176"/>
            <a:ext cx="6766560" cy="585216"/>
            <a:chOff x="0" y="0"/>
            <a:chExt cx="902208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22080" cy="780288"/>
            </a:xfrm>
            <a:custGeom>
              <a:avLst/>
              <a:gdLst/>
              <a:ahLst/>
              <a:cxnLst/>
              <a:rect r="r" b="b" t="t" l="l"/>
              <a:pathLst>
                <a:path h="78028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022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clicks just to find lecture notes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52144" y="4608576"/>
            <a:ext cx="512064" cy="512064"/>
            <a:chOff x="0" y="0"/>
            <a:chExt cx="682752" cy="68275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847088" y="4608576"/>
            <a:ext cx="6766560" cy="512064"/>
            <a:chOff x="0" y="0"/>
            <a:chExt cx="902208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Personalization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847088" y="5157216"/>
            <a:ext cx="6766560" cy="585216"/>
            <a:chOff x="0" y="0"/>
            <a:chExt cx="902208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022080" cy="780288"/>
            </a:xfrm>
            <a:custGeom>
              <a:avLst/>
              <a:gdLst/>
              <a:ahLst/>
              <a:cxnLst/>
              <a:rect r="r" b="b" t="t" l="l"/>
              <a:pathLst>
                <a:path h="78028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022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content for all students regardless of weakness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2144" y="6071616"/>
            <a:ext cx="512064" cy="512064"/>
            <a:chOff x="0" y="0"/>
            <a:chExt cx="682752" cy="68275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47088" y="6071616"/>
            <a:ext cx="6766560" cy="512064"/>
            <a:chOff x="0" y="0"/>
            <a:chExt cx="90220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&amp; Reactive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47088" y="6620256"/>
            <a:ext cx="6766560" cy="585216"/>
            <a:chOff x="0" y="0"/>
            <a:chExt cx="9022080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22080" cy="780288"/>
            </a:xfrm>
            <a:custGeom>
              <a:avLst/>
              <a:gdLst/>
              <a:ahLst/>
              <a:cxnLst/>
              <a:rect r="r" b="b" t="t" l="l"/>
              <a:pathLst>
                <a:path h="78028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022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Students must remember to check the portal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2144" y="7534656"/>
            <a:ext cx="512064" cy="512064"/>
            <a:chOff x="0" y="0"/>
            <a:chExt cx="682752" cy="682752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847088" y="7534656"/>
            <a:ext cx="6766560" cy="512064"/>
            <a:chOff x="0" y="0"/>
            <a:chExt cx="902208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Insight for Teachers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847088" y="8083296"/>
            <a:ext cx="6766560" cy="585216"/>
            <a:chOff x="0" y="0"/>
            <a:chExt cx="902208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022080" cy="780288"/>
            </a:xfrm>
            <a:custGeom>
              <a:avLst/>
              <a:gdLst/>
              <a:ahLst/>
              <a:cxnLst/>
              <a:rect r="r" b="b" t="t" l="l"/>
              <a:pathLst>
                <a:path h="78028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022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data on where students actually struggle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887968" y="5029200"/>
            <a:ext cx="914400" cy="914400"/>
            <a:chOff x="0" y="0"/>
            <a:chExt cx="1219200" cy="1219200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773917" y="2001517"/>
            <a:ext cx="7701277" cy="7335517"/>
            <a:chOff x="0" y="0"/>
            <a:chExt cx="10268369" cy="97806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3589" y="13589"/>
              <a:ext cx="1024128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68458" cy="9780778"/>
            </a:xfrm>
            <a:custGeom>
              <a:avLst/>
              <a:gdLst/>
              <a:ahLst/>
              <a:cxnLst/>
              <a:rect r="r" b="b" t="t" l="l"/>
              <a:pathLst>
                <a:path h="9780778" w="10268458">
                  <a:moveTo>
                    <a:pt x="13589" y="0"/>
                  </a:moveTo>
                  <a:lnTo>
                    <a:pt x="10254869" y="0"/>
                  </a:lnTo>
                  <a:cubicBezTo>
                    <a:pt x="10262362" y="0"/>
                    <a:pt x="10268458" y="6096"/>
                    <a:pt x="10268458" y="13589"/>
                  </a:cubicBezTo>
                  <a:lnTo>
                    <a:pt x="10268458" y="9767189"/>
                  </a:lnTo>
                  <a:cubicBezTo>
                    <a:pt x="10268458" y="9774682"/>
                    <a:pt x="10262362" y="9780778"/>
                    <a:pt x="10254869" y="9780778"/>
                  </a:cubicBezTo>
                  <a:lnTo>
                    <a:pt x="13589" y="9780778"/>
                  </a:lnTo>
                  <a:cubicBezTo>
                    <a:pt x="6096" y="9780778"/>
                    <a:pt x="0" y="9774682"/>
                    <a:pt x="0" y="97671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767189"/>
                  </a:lnTo>
                  <a:lnTo>
                    <a:pt x="13589" y="9767189"/>
                  </a:lnTo>
                  <a:lnTo>
                    <a:pt x="13589" y="9753600"/>
                  </a:lnTo>
                  <a:lnTo>
                    <a:pt x="10254869" y="9753600"/>
                  </a:lnTo>
                  <a:lnTo>
                    <a:pt x="10254869" y="9767189"/>
                  </a:lnTo>
                  <a:lnTo>
                    <a:pt x="10241280" y="9767189"/>
                  </a:lnTo>
                  <a:lnTo>
                    <a:pt x="10241280" y="13589"/>
                  </a:lnTo>
                  <a:lnTo>
                    <a:pt x="10254869" y="13589"/>
                  </a:lnTo>
                  <a:lnTo>
                    <a:pt x="10254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771383" y="1998983"/>
            <a:ext cx="7706363" cy="793499"/>
            <a:chOff x="0" y="0"/>
            <a:chExt cx="10275151" cy="105799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024128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7506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041019"/>
                  </a:lnTo>
                  <a:cubicBezTo>
                    <a:pt x="10275062" y="1050417"/>
                    <a:pt x="10267442" y="1057910"/>
                    <a:pt x="10258172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258172" y="1024128"/>
                  </a:lnTo>
                  <a:lnTo>
                    <a:pt x="10258172" y="1041019"/>
                  </a:lnTo>
                  <a:lnTo>
                    <a:pt x="10241280" y="104101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784080" y="2011680"/>
            <a:ext cx="7680960" cy="768096"/>
            <a:chOff x="0" y="0"/>
            <a:chExt cx="10241280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2412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 (EduClaw)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113264" y="3145536"/>
            <a:ext cx="512064" cy="512064"/>
            <a:chOff x="0" y="0"/>
            <a:chExt cx="682752" cy="682752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808208" y="3145536"/>
            <a:ext cx="6400800" cy="512064"/>
            <a:chOff x="0" y="0"/>
            <a:chExt cx="853440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Login — Just Telegram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808208" y="3694176"/>
            <a:ext cx="6400800" cy="585216"/>
            <a:chOff x="0" y="0"/>
            <a:chExt cx="853440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534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new apps, no passwords, no friction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113264" y="4608576"/>
            <a:ext cx="512064" cy="512064"/>
            <a:chOff x="0" y="0"/>
            <a:chExt cx="682752" cy="682752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808208" y="4608576"/>
            <a:ext cx="6400800" cy="512064"/>
            <a:chOff x="0" y="0"/>
            <a:chExt cx="853440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Personalized to Each Student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808208" y="5157216"/>
            <a:ext cx="6400800" cy="585216"/>
            <a:chOff x="0" y="0"/>
            <a:chExt cx="8534400" cy="7802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8534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Knows your weak topics, your deadlines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113264" y="6071616"/>
            <a:ext cx="512064" cy="512064"/>
            <a:chOff x="0" y="0"/>
            <a:chExt cx="682752" cy="682752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808208" y="6071616"/>
            <a:ext cx="6400800" cy="512064"/>
            <a:chOff x="0" y="0"/>
            <a:chExt cx="853440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Proactive — Sends First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808208" y="6620256"/>
            <a:ext cx="6400800" cy="585216"/>
            <a:chOff x="0" y="0"/>
            <a:chExt cx="8534400" cy="7802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8534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EduClaw acts before you think to ask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113264" y="7534656"/>
            <a:ext cx="512064" cy="512064"/>
            <a:chOff x="0" y="0"/>
            <a:chExt cx="682752" cy="682752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808208" y="7534656"/>
            <a:ext cx="6400800" cy="512064"/>
            <a:chOff x="0" y="0"/>
            <a:chExt cx="853440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Teacher Insights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808208" y="8083296"/>
            <a:ext cx="6400800" cy="585216"/>
            <a:chOff x="0" y="0"/>
            <a:chExt cx="8534400" cy="7802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534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Weekly report: what confused students most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12797" y="9499597"/>
            <a:ext cx="16662397" cy="532381"/>
            <a:chOff x="0" y="0"/>
            <a:chExt cx="22216529" cy="70984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3589" y="13589"/>
              <a:ext cx="2218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E5FF">
                <a:alpha val="1961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216618" cy="709930"/>
            </a:xfrm>
            <a:custGeom>
              <a:avLst/>
              <a:gdLst/>
              <a:ahLst/>
              <a:cxnLst/>
              <a:rect r="r" b="b" t="t" l="l"/>
              <a:pathLst>
                <a:path h="709930" w="22216618">
                  <a:moveTo>
                    <a:pt x="13589" y="0"/>
                  </a:moveTo>
                  <a:lnTo>
                    <a:pt x="22203029" y="0"/>
                  </a:lnTo>
                  <a:cubicBezTo>
                    <a:pt x="22210522" y="0"/>
                    <a:pt x="22216618" y="6096"/>
                    <a:pt x="22216618" y="13589"/>
                  </a:cubicBezTo>
                  <a:lnTo>
                    <a:pt x="22216618" y="696341"/>
                  </a:lnTo>
                  <a:cubicBezTo>
                    <a:pt x="22216618" y="703834"/>
                    <a:pt x="22210522" y="709930"/>
                    <a:pt x="22203029" y="709930"/>
                  </a:cubicBezTo>
                  <a:lnTo>
                    <a:pt x="13589" y="709930"/>
                  </a:lnTo>
                  <a:cubicBezTo>
                    <a:pt x="6096" y="709803"/>
                    <a:pt x="0" y="703834"/>
                    <a:pt x="0" y="69634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96341"/>
                  </a:lnTo>
                  <a:lnTo>
                    <a:pt x="13589" y="696341"/>
                  </a:lnTo>
                  <a:lnTo>
                    <a:pt x="13589" y="682752"/>
                  </a:lnTo>
                  <a:lnTo>
                    <a:pt x="22203029" y="682752"/>
                  </a:lnTo>
                  <a:lnTo>
                    <a:pt x="22203029" y="696341"/>
                  </a:lnTo>
                  <a:lnTo>
                    <a:pt x="22189439" y="696341"/>
                  </a:lnTo>
                  <a:lnTo>
                    <a:pt x="22189439" y="13589"/>
                  </a:lnTo>
                  <a:lnTo>
                    <a:pt x="22203029" y="13589"/>
                  </a:lnTo>
                  <a:lnTo>
                    <a:pt x="222030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5840" y="9509760"/>
            <a:ext cx="16459200" cy="512064"/>
            <a:chOff x="0" y="0"/>
            <a:chExt cx="2194560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800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Opportunity → Meet students where they already are: their daily messaging apps.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3856" y="1060704"/>
            <a:ext cx="16459200" cy="883667"/>
            <a:chOff x="0" y="0"/>
            <a:chExt cx="21945600" cy="11782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178223"/>
            </a:xfrm>
            <a:custGeom>
              <a:avLst/>
              <a:gdLst/>
              <a:ahLst/>
              <a:cxnLst/>
              <a:rect r="r" b="b" t="t" l="l"/>
              <a:pathLst>
                <a:path h="117822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607" r="0" b="-3022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1945600" cy="1254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EduClaw : What We Built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2906" y="1779655"/>
            <a:ext cx="16642080" cy="579373"/>
            <a:chOff x="0" y="0"/>
            <a:chExt cx="22189440" cy="772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772497"/>
            </a:xfrm>
            <a:custGeom>
              <a:avLst/>
              <a:gdLst/>
              <a:ahLst/>
              <a:cxnLst/>
              <a:rect r="r" b="b" t="t" l="l"/>
              <a:pathLst>
                <a:path h="772497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72497"/>
                  </a:lnTo>
                  <a:lnTo>
                    <a:pt x="0" y="772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346" r="0" b="-5070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189440" cy="810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proactive AI academic agent, deployed entirely over Telegram. No apps. No portals. No logins.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2797" y="2485387"/>
            <a:ext cx="3129277" cy="7061197"/>
            <a:chOff x="0" y="0"/>
            <a:chExt cx="4172369" cy="94149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3589" y="13589"/>
              <a:ext cx="414528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2458" cy="9415018"/>
            </a:xfrm>
            <a:custGeom>
              <a:avLst/>
              <a:gdLst/>
              <a:ahLst/>
              <a:cxnLst/>
              <a:rect r="r" b="b" t="t" l="l"/>
              <a:pathLst>
                <a:path h="9415018" w="4172458">
                  <a:moveTo>
                    <a:pt x="13589" y="0"/>
                  </a:moveTo>
                  <a:lnTo>
                    <a:pt x="4158869" y="0"/>
                  </a:lnTo>
                  <a:cubicBezTo>
                    <a:pt x="4166362" y="0"/>
                    <a:pt x="4172458" y="6096"/>
                    <a:pt x="4172458" y="13589"/>
                  </a:cubicBezTo>
                  <a:lnTo>
                    <a:pt x="4172458" y="9401429"/>
                  </a:lnTo>
                  <a:cubicBezTo>
                    <a:pt x="4172458" y="9408922"/>
                    <a:pt x="4166362" y="9415018"/>
                    <a:pt x="4158869" y="9415018"/>
                  </a:cubicBezTo>
                  <a:lnTo>
                    <a:pt x="13589" y="9415018"/>
                  </a:lnTo>
                  <a:cubicBezTo>
                    <a:pt x="6096" y="9415018"/>
                    <a:pt x="0" y="9408922"/>
                    <a:pt x="0" y="9401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401429"/>
                  </a:lnTo>
                  <a:lnTo>
                    <a:pt x="13589" y="9401429"/>
                  </a:lnTo>
                  <a:lnTo>
                    <a:pt x="13589" y="9387840"/>
                  </a:lnTo>
                  <a:lnTo>
                    <a:pt x="4158869" y="9387840"/>
                  </a:lnTo>
                  <a:lnTo>
                    <a:pt x="4158869" y="9401429"/>
                  </a:lnTo>
                  <a:lnTo>
                    <a:pt x="4145280" y="9401429"/>
                  </a:lnTo>
                  <a:lnTo>
                    <a:pt x="4145280" y="13589"/>
                  </a:lnTo>
                  <a:lnTo>
                    <a:pt x="4158869" y="13589"/>
                  </a:lnTo>
                  <a:lnTo>
                    <a:pt x="4158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0263" y="2482853"/>
            <a:ext cx="3134363" cy="848363"/>
            <a:chOff x="0" y="0"/>
            <a:chExt cx="4179151" cy="1131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79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114171"/>
                  </a:lnTo>
                  <a:cubicBezTo>
                    <a:pt x="4179062" y="1123569"/>
                    <a:pt x="4171442" y="1131062"/>
                    <a:pt x="4162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4162171" y="1097280"/>
                  </a:lnTo>
                  <a:lnTo>
                    <a:pt x="4162171" y="1114171"/>
                  </a:lnTo>
                  <a:lnTo>
                    <a:pt x="4145280" y="11141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2495550"/>
            <a:ext cx="3108960" cy="822960"/>
            <a:chOff x="0" y="0"/>
            <a:chExt cx="4145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14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3556254"/>
            <a:ext cx="914400" cy="914400"/>
            <a:chOff x="0" y="0"/>
            <a:chExt cx="1219200" cy="12192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9264" y="4653534"/>
            <a:ext cx="2816352" cy="1005840"/>
            <a:chOff x="0" y="0"/>
            <a:chExt cx="3755136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551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755136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Digests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5787390"/>
            <a:ext cx="2743200" cy="3584448"/>
            <a:chOff x="0" y="0"/>
            <a:chExt cx="3657600" cy="47792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4779264"/>
            </a:xfrm>
            <a:custGeom>
              <a:avLst/>
              <a:gdLst/>
              <a:ahLst/>
              <a:cxnLst/>
              <a:rect r="r" b="b" t="t" l="l"/>
              <a:pathLst>
                <a:path h="47792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779264"/>
                  </a:lnTo>
                  <a:lnTo>
                    <a:pt x="0" y="477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650" t="0" r="-11765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657600" cy="4817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5-point summaries of uploaded lecture PDFs — sent before class, without being asked.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378957" y="2485387"/>
            <a:ext cx="3129277" cy="7061197"/>
            <a:chOff x="0" y="0"/>
            <a:chExt cx="4172369" cy="94149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3589" y="13589"/>
              <a:ext cx="414528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72458" cy="9415018"/>
            </a:xfrm>
            <a:custGeom>
              <a:avLst/>
              <a:gdLst/>
              <a:ahLst/>
              <a:cxnLst/>
              <a:rect r="r" b="b" t="t" l="l"/>
              <a:pathLst>
                <a:path h="9415018" w="4172458">
                  <a:moveTo>
                    <a:pt x="13589" y="0"/>
                  </a:moveTo>
                  <a:lnTo>
                    <a:pt x="4158869" y="0"/>
                  </a:lnTo>
                  <a:cubicBezTo>
                    <a:pt x="4166362" y="0"/>
                    <a:pt x="4172458" y="6096"/>
                    <a:pt x="4172458" y="13589"/>
                  </a:cubicBezTo>
                  <a:lnTo>
                    <a:pt x="4172458" y="9401429"/>
                  </a:lnTo>
                  <a:cubicBezTo>
                    <a:pt x="4172458" y="9408922"/>
                    <a:pt x="4166362" y="9415018"/>
                    <a:pt x="4158869" y="9415018"/>
                  </a:cubicBezTo>
                  <a:lnTo>
                    <a:pt x="13589" y="9415018"/>
                  </a:lnTo>
                  <a:cubicBezTo>
                    <a:pt x="6096" y="9415018"/>
                    <a:pt x="0" y="9408922"/>
                    <a:pt x="0" y="9401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401429"/>
                  </a:lnTo>
                  <a:lnTo>
                    <a:pt x="13589" y="9401429"/>
                  </a:lnTo>
                  <a:lnTo>
                    <a:pt x="13589" y="9387840"/>
                  </a:lnTo>
                  <a:lnTo>
                    <a:pt x="4158869" y="9387840"/>
                  </a:lnTo>
                  <a:lnTo>
                    <a:pt x="4158869" y="9401429"/>
                  </a:lnTo>
                  <a:lnTo>
                    <a:pt x="4145280" y="9401429"/>
                  </a:lnTo>
                  <a:lnTo>
                    <a:pt x="4145280" y="13589"/>
                  </a:lnTo>
                  <a:lnTo>
                    <a:pt x="4158869" y="13589"/>
                  </a:lnTo>
                  <a:lnTo>
                    <a:pt x="4158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376423" y="2482853"/>
            <a:ext cx="3134363" cy="848363"/>
            <a:chOff x="0" y="0"/>
            <a:chExt cx="4179151" cy="11311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79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114171"/>
                  </a:lnTo>
                  <a:cubicBezTo>
                    <a:pt x="4179062" y="1123569"/>
                    <a:pt x="4171442" y="1131062"/>
                    <a:pt x="4162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4162171" y="1097280"/>
                  </a:lnTo>
                  <a:lnTo>
                    <a:pt x="4162171" y="1114171"/>
                  </a:lnTo>
                  <a:lnTo>
                    <a:pt x="4145280" y="11141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389120" y="2495550"/>
            <a:ext cx="3108960" cy="822960"/>
            <a:chOff x="0" y="0"/>
            <a:chExt cx="4145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414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86400" y="3556254"/>
            <a:ext cx="914400" cy="914400"/>
            <a:chOff x="0" y="0"/>
            <a:chExt cx="1219200" cy="121920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535424" y="4653534"/>
            <a:ext cx="2816352" cy="1005840"/>
            <a:chOff x="0" y="0"/>
            <a:chExt cx="3755136" cy="1341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551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755136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Context-Aware Doubts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72000" y="5787390"/>
            <a:ext cx="2743200" cy="3584448"/>
            <a:chOff x="0" y="0"/>
            <a:chExt cx="3657600" cy="47792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4779264"/>
            </a:xfrm>
            <a:custGeom>
              <a:avLst/>
              <a:gdLst/>
              <a:ahLst/>
              <a:cxnLst/>
              <a:rect r="r" b="b" t="t" l="l"/>
              <a:pathLst>
                <a:path h="47792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779264"/>
                  </a:lnTo>
                  <a:lnTo>
                    <a:pt x="0" y="477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650" t="0" r="-11765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657600" cy="4817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Answers queries citing only your uploaded course notes. No hallucination. No guessing.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945117" y="2485387"/>
            <a:ext cx="3129277" cy="7061197"/>
            <a:chOff x="0" y="0"/>
            <a:chExt cx="4172369" cy="94149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3589" y="13589"/>
              <a:ext cx="414528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72458" cy="9415018"/>
            </a:xfrm>
            <a:custGeom>
              <a:avLst/>
              <a:gdLst/>
              <a:ahLst/>
              <a:cxnLst/>
              <a:rect r="r" b="b" t="t" l="l"/>
              <a:pathLst>
                <a:path h="9415018" w="4172458">
                  <a:moveTo>
                    <a:pt x="13589" y="0"/>
                  </a:moveTo>
                  <a:lnTo>
                    <a:pt x="4158869" y="0"/>
                  </a:lnTo>
                  <a:cubicBezTo>
                    <a:pt x="4166362" y="0"/>
                    <a:pt x="4172458" y="6096"/>
                    <a:pt x="4172458" y="13589"/>
                  </a:cubicBezTo>
                  <a:lnTo>
                    <a:pt x="4172458" y="9401429"/>
                  </a:lnTo>
                  <a:cubicBezTo>
                    <a:pt x="4172458" y="9408922"/>
                    <a:pt x="4166362" y="9415018"/>
                    <a:pt x="4158869" y="9415018"/>
                  </a:cubicBezTo>
                  <a:lnTo>
                    <a:pt x="13589" y="9415018"/>
                  </a:lnTo>
                  <a:cubicBezTo>
                    <a:pt x="6096" y="9415018"/>
                    <a:pt x="0" y="9408922"/>
                    <a:pt x="0" y="9401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401429"/>
                  </a:lnTo>
                  <a:lnTo>
                    <a:pt x="13589" y="9401429"/>
                  </a:lnTo>
                  <a:lnTo>
                    <a:pt x="13589" y="9387840"/>
                  </a:lnTo>
                  <a:lnTo>
                    <a:pt x="4158869" y="9387840"/>
                  </a:lnTo>
                  <a:lnTo>
                    <a:pt x="4158869" y="9401429"/>
                  </a:lnTo>
                  <a:lnTo>
                    <a:pt x="4145280" y="9401429"/>
                  </a:lnTo>
                  <a:lnTo>
                    <a:pt x="4145280" y="13589"/>
                  </a:lnTo>
                  <a:lnTo>
                    <a:pt x="4158869" y="13589"/>
                  </a:lnTo>
                  <a:lnTo>
                    <a:pt x="4158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942583" y="2482853"/>
            <a:ext cx="3134363" cy="848363"/>
            <a:chOff x="0" y="0"/>
            <a:chExt cx="4179151" cy="11311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79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114171"/>
                  </a:lnTo>
                  <a:cubicBezTo>
                    <a:pt x="4179062" y="1123569"/>
                    <a:pt x="4171442" y="1131062"/>
                    <a:pt x="4162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4162171" y="1097280"/>
                  </a:lnTo>
                  <a:lnTo>
                    <a:pt x="4162171" y="1114171"/>
                  </a:lnTo>
                  <a:lnTo>
                    <a:pt x="4145280" y="11141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955280" y="2495550"/>
            <a:ext cx="3108960" cy="822960"/>
            <a:chOff x="0" y="0"/>
            <a:chExt cx="41452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414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52560" y="3556254"/>
            <a:ext cx="914400" cy="914400"/>
            <a:chOff x="0" y="0"/>
            <a:chExt cx="1219200" cy="12192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101584" y="4653534"/>
            <a:ext cx="2816352" cy="1005840"/>
            <a:chOff x="0" y="0"/>
            <a:chExt cx="3755136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7551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755136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Proactive Quizzing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38160" y="5787390"/>
            <a:ext cx="2743200" cy="3584448"/>
            <a:chOff x="0" y="0"/>
            <a:chExt cx="3657600" cy="47792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4779264"/>
            </a:xfrm>
            <a:custGeom>
              <a:avLst/>
              <a:gdLst/>
              <a:ahLst/>
              <a:cxnLst/>
              <a:rect r="r" b="b" t="t" l="l"/>
              <a:pathLst>
                <a:path h="47792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779264"/>
                  </a:lnTo>
                  <a:lnTo>
                    <a:pt x="0" y="477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650" t="0" r="-117650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657600" cy="4817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MCQ Telegram polls auto-generated from today's syllabus topic. Zero student effort.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511277" y="2485387"/>
            <a:ext cx="3129277" cy="7061197"/>
            <a:chOff x="0" y="0"/>
            <a:chExt cx="4172369" cy="94149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3589" y="13589"/>
              <a:ext cx="414528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72458" cy="9415018"/>
            </a:xfrm>
            <a:custGeom>
              <a:avLst/>
              <a:gdLst/>
              <a:ahLst/>
              <a:cxnLst/>
              <a:rect r="r" b="b" t="t" l="l"/>
              <a:pathLst>
                <a:path h="9415018" w="4172458">
                  <a:moveTo>
                    <a:pt x="13589" y="0"/>
                  </a:moveTo>
                  <a:lnTo>
                    <a:pt x="4158869" y="0"/>
                  </a:lnTo>
                  <a:cubicBezTo>
                    <a:pt x="4166362" y="0"/>
                    <a:pt x="4172458" y="6096"/>
                    <a:pt x="4172458" y="13589"/>
                  </a:cubicBezTo>
                  <a:lnTo>
                    <a:pt x="4172458" y="9401429"/>
                  </a:lnTo>
                  <a:cubicBezTo>
                    <a:pt x="4172458" y="9408922"/>
                    <a:pt x="4166362" y="9415018"/>
                    <a:pt x="4158869" y="9415018"/>
                  </a:cubicBezTo>
                  <a:lnTo>
                    <a:pt x="13589" y="9415018"/>
                  </a:lnTo>
                  <a:cubicBezTo>
                    <a:pt x="6096" y="9415018"/>
                    <a:pt x="0" y="9408922"/>
                    <a:pt x="0" y="9401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401429"/>
                  </a:lnTo>
                  <a:lnTo>
                    <a:pt x="13589" y="9401429"/>
                  </a:lnTo>
                  <a:lnTo>
                    <a:pt x="13589" y="9387840"/>
                  </a:lnTo>
                  <a:lnTo>
                    <a:pt x="4158869" y="9387840"/>
                  </a:lnTo>
                  <a:lnTo>
                    <a:pt x="4158869" y="9401429"/>
                  </a:lnTo>
                  <a:lnTo>
                    <a:pt x="4145280" y="9401429"/>
                  </a:lnTo>
                  <a:lnTo>
                    <a:pt x="4145280" y="13589"/>
                  </a:lnTo>
                  <a:lnTo>
                    <a:pt x="4158869" y="13589"/>
                  </a:lnTo>
                  <a:lnTo>
                    <a:pt x="4158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508743" y="2482853"/>
            <a:ext cx="3134363" cy="848363"/>
            <a:chOff x="0" y="0"/>
            <a:chExt cx="4179151" cy="11311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0F5A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79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114171"/>
                  </a:lnTo>
                  <a:cubicBezTo>
                    <a:pt x="4179062" y="1123569"/>
                    <a:pt x="4171442" y="1131062"/>
                    <a:pt x="4162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4162171" y="1097280"/>
                  </a:lnTo>
                  <a:lnTo>
                    <a:pt x="4162171" y="1114171"/>
                  </a:lnTo>
                  <a:lnTo>
                    <a:pt x="4145280" y="11141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521440" y="2495550"/>
            <a:ext cx="3108960" cy="822960"/>
            <a:chOff x="0" y="0"/>
            <a:chExt cx="4145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414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18720" y="3556254"/>
            <a:ext cx="914400" cy="914400"/>
            <a:chOff x="0" y="0"/>
            <a:chExt cx="1219200" cy="1219200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667744" y="4653534"/>
            <a:ext cx="2816352" cy="1005840"/>
            <a:chOff x="0" y="0"/>
            <a:chExt cx="3755136" cy="1341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7551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755136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Deadline Alerts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704320" y="5787390"/>
            <a:ext cx="2743200" cy="3584448"/>
            <a:chOff x="0" y="0"/>
            <a:chExt cx="3657600" cy="47792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57600" cy="4779264"/>
            </a:xfrm>
            <a:custGeom>
              <a:avLst/>
              <a:gdLst/>
              <a:ahLst/>
              <a:cxnLst/>
              <a:rect r="r" b="b" t="t" l="l"/>
              <a:pathLst>
                <a:path h="47792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779264"/>
                  </a:lnTo>
                  <a:lnTo>
                    <a:pt x="0" y="477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650" t="0" r="-117650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657600" cy="4817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3-day proactive warning with a prep checklist personalized to your specific weak topics.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077437" y="2485387"/>
            <a:ext cx="3129277" cy="7061197"/>
            <a:chOff x="0" y="0"/>
            <a:chExt cx="4172369" cy="941492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3589" y="13589"/>
              <a:ext cx="414528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172458" cy="9415018"/>
            </a:xfrm>
            <a:custGeom>
              <a:avLst/>
              <a:gdLst/>
              <a:ahLst/>
              <a:cxnLst/>
              <a:rect r="r" b="b" t="t" l="l"/>
              <a:pathLst>
                <a:path h="9415018" w="4172458">
                  <a:moveTo>
                    <a:pt x="13589" y="0"/>
                  </a:moveTo>
                  <a:lnTo>
                    <a:pt x="4158869" y="0"/>
                  </a:lnTo>
                  <a:cubicBezTo>
                    <a:pt x="4166362" y="0"/>
                    <a:pt x="4172458" y="6096"/>
                    <a:pt x="4172458" y="13589"/>
                  </a:cubicBezTo>
                  <a:lnTo>
                    <a:pt x="4172458" y="9401429"/>
                  </a:lnTo>
                  <a:cubicBezTo>
                    <a:pt x="4172458" y="9408922"/>
                    <a:pt x="4166362" y="9415018"/>
                    <a:pt x="4158869" y="9415018"/>
                  </a:cubicBezTo>
                  <a:lnTo>
                    <a:pt x="13589" y="9415018"/>
                  </a:lnTo>
                  <a:cubicBezTo>
                    <a:pt x="6096" y="9415018"/>
                    <a:pt x="0" y="9408922"/>
                    <a:pt x="0" y="9401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401429"/>
                  </a:lnTo>
                  <a:lnTo>
                    <a:pt x="13589" y="9401429"/>
                  </a:lnTo>
                  <a:lnTo>
                    <a:pt x="13589" y="9387840"/>
                  </a:lnTo>
                  <a:lnTo>
                    <a:pt x="4158869" y="9387840"/>
                  </a:lnTo>
                  <a:lnTo>
                    <a:pt x="4158869" y="9401429"/>
                  </a:lnTo>
                  <a:lnTo>
                    <a:pt x="4145280" y="9401429"/>
                  </a:lnTo>
                  <a:lnTo>
                    <a:pt x="4145280" y="13589"/>
                  </a:lnTo>
                  <a:lnTo>
                    <a:pt x="4158869" y="13589"/>
                  </a:lnTo>
                  <a:lnTo>
                    <a:pt x="4158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074903" y="2482853"/>
            <a:ext cx="3134363" cy="848363"/>
            <a:chOff x="0" y="0"/>
            <a:chExt cx="4179151" cy="11311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5B5B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79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114171"/>
                  </a:lnTo>
                  <a:cubicBezTo>
                    <a:pt x="4179062" y="1123569"/>
                    <a:pt x="4171442" y="1131062"/>
                    <a:pt x="4162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4162171" y="1097280"/>
                  </a:lnTo>
                  <a:lnTo>
                    <a:pt x="4162171" y="1114171"/>
                  </a:lnTo>
                  <a:lnTo>
                    <a:pt x="4145280" y="11141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5087600" y="2495550"/>
            <a:ext cx="3108960" cy="822960"/>
            <a:chOff x="0" y="0"/>
            <a:chExt cx="4145280" cy="109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4145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80C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6184880" y="3556254"/>
            <a:ext cx="914400" cy="914400"/>
            <a:chOff x="0" y="0"/>
            <a:chExt cx="1219200" cy="1219200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233904" y="4653534"/>
            <a:ext cx="2816352" cy="1005840"/>
            <a:chOff x="0" y="0"/>
            <a:chExt cx="3755136" cy="13411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75513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755136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Multi-Course Support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270480" y="5787390"/>
            <a:ext cx="2743200" cy="3584448"/>
            <a:chOff x="0" y="0"/>
            <a:chExt cx="3657600" cy="477926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57600" cy="4779264"/>
            </a:xfrm>
            <a:custGeom>
              <a:avLst/>
              <a:gdLst/>
              <a:ahLst/>
              <a:cxnLst/>
              <a:rect r="r" b="b" t="t" l="l"/>
              <a:pathLst>
                <a:path h="47792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779264"/>
                  </a:lnTo>
                  <a:lnTo>
                    <a:pt x="0" y="477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650" t="0" r="-117650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657600" cy="4817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Seamlessly manages multiple subjects. Switch courses with a simple command.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32485" y="9622784"/>
            <a:ext cx="16662397" cy="532381"/>
            <a:chOff x="0" y="0"/>
            <a:chExt cx="22216529" cy="70984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3589" y="13589"/>
              <a:ext cx="2218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A855F7">
                <a:alpha val="1961"/>
              </a:srgbClr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216618" cy="709930"/>
            </a:xfrm>
            <a:custGeom>
              <a:avLst/>
              <a:gdLst/>
              <a:ahLst/>
              <a:cxnLst/>
              <a:rect r="r" b="b" t="t" l="l"/>
              <a:pathLst>
                <a:path h="709930" w="22216618">
                  <a:moveTo>
                    <a:pt x="13589" y="0"/>
                  </a:moveTo>
                  <a:lnTo>
                    <a:pt x="22203029" y="0"/>
                  </a:lnTo>
                  <a:cubicBezTo>
                    <a:pt x="22210522" y="0"/>
                    <a:pt x="22216618" y="6096"/>
                    <a:pt x="22216618" y="13589"/>
                  </a:cubicBezTo>
                  <a:lnTo>
                    <a:pt x="22216618" y="696341"/>
                  </a:lnTo>
                  <a:cubicBezTo>
                    <a:pt x="22216618" y="703834"/>
                    <a:pt x="22210522" y="709930"/>
                    <a:pt x="22203029" y="709930"/>
                  </a:cubicBezTo>
                  <a:lnTo>
                    <a:pt x="13589" y="709930"/>
                  </a:lnTo>
                  <a:cubicBezTo>
                    <a:pt x="6096" y="709803"/>
                    <a:pt x="0" y="703834"/>
                    <a:pt x="0" y="69634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96341"/>
                  </a:lnTo>
                  <a:lnTo>
                    <a:pt x="13589" y="696341"/>
                  </a:lnTo>
                  <a:lnTo>
                    <a:pt x="13589" y="682752"/>
                  </a:lnTo>
                  <a:lnTo>
                    <a:pt x="22203029" y="682752"/>
                  </a:lnTo>
                  <a:lnTo>
                    <a:pt x="22203029" y="696341"/>
                  </a:lnTo>
                  <a:lnTo>
                    <a:pt x="22189439" y="696341"/>
                  </a:lnTo>
                  <a:lnTo>
                    <a:pt x="22189439" y="13589"/>
                  </a:lnTo>
                  <a:lnTo>
                    <a:pt x="22203029" y="13589"/>
                  </a:lnTo>
                  <a:lnTo>
                    <a:pt x="222030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34083" y="9643100"/>
            <a:ext cx="16459200" cy="512064"/>
            <a:chOff x="0" y="0"/>
            <a:chExt cx="2194560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philosophy: EduClaw is the first academic tool that acts BEFORE the student asks.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Demo/Product Walkthrough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3727" y="2517391"/>
            <a:ext cx="1914649" cy="1512313"/>
            <a:chOff x="0" y="0"/>
            <a:chExt cx="2552865" cy="20164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7383" y="2511047"/>
            <a:ext cx="1927355" cy="500891"/>
            <a:chOff x="0" y="0"/>
            <a:chExt cx="2569807" cy="6678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2523744"/>
            <a:ext cx="512064" cy="475488"/>
            <a:chOff x="0" y="0"/>
            <a:chExt cx="682752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2144" y="2523744"/>
            <a:ext cx="1389888" cy="475488"/>
            <a:chOff x="0" y="0"/>
            <a:chExt cx="1853184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Instructor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3232" y="3035808"/>
            <a:ext cx="1755648" cy="950976"/>
            <a:chOff x="0" y="0"/>
            <a:chExt cx="2340864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Drops lecture PDF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into /inbox folder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529335" y="3224279"/>
            <a:ext cx="263147" cy="98555"/>
            <a:chOff x="0" y="0"/>
            <a:chExt cx="350863" cy="1314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773423" y="2517391"/>
            <a:ext cx="1914649" cy="1512313"/>
            <a:chOff x="0" y="0"/>
            <a:chExt cx="2552865" cy="20164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67079" y="2511047"/>
            <a:ext cx="1927355" cy="500891"/>
            <a:chOff x="0" y="0"/>
            <a:chExt cx="2569807" cy="6678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A7E8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8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779776" y="2523744"/>
            <a:ext cx="512064" cy="475488"/>
            <a:chOff x="0" y="0"/>
            <a:chExt cx="68275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291840" y="2523744"/>
            <a:ext cx="1389888" cy="475488"/>
            <a:chOff x="0" y="0"/>
            <a:chExt cx="1853184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EduClaw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52928" y="3035808"/>
            <a:ext cx="1755648" cy="950976"/>
            <a:chOff x="0" y="0"/>
            <a:chExt cx="2340864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Ingests + summarises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builds YAML knowledge base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669031" y="3224279"/>
            <a:ext cx="263147" cy="98555"/>
            <a:chOff x="0" y="0"/>
            <a:chExt cx="350863" cy="13140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913119" y="2517391"/>
            <a:ext cx="1914649" cy="1512313"/>
            <a:chOff x="0" y="0"/>
            <a:chExt cx="2552865" cy="201641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06775" y="2511047"/>
            <a:ext cx="1927355" cy="500891"/>
            <a:chOff x="0" y="0"/>
            <a:chExt cx="2569807" cy="6678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19472" y="2523744"/>
            <a:ext cx="512064" cy="475488"/>
            <a:chOff x="0" y="0"/>
            <a:chExt cx="682752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31536" y="2523744"/>
            <a:ext cx="1389888" cy="475488"/>
            <a:chOff x="0" y="0"/>
            <a:chExt cx="1853184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HEARTBEAT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992624" y="3035808"/>
            <a:ext cx="1755648" cy="950976"/>
            <a:chOff x="0" y="0"/>
            <a:chExt cx="2340864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AM: sends 5-point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digest to all students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08727" y="3224279"/>
            <a:ext cx="263147" cy="98555"/>
            <a:chOff x="0" y="0"/>
            <a:chExt cx="350863" cy="1314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052815" y="2517391"/>
            <a:ext cx="1914649" cy="1512313"/>
            <a:chOff x="0" y="0"/>
            <a:chExt cx="2552865" cy="201641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046471" y="2511047"/>
            <a:ext cx="1927355" cy="500891"/>
            <a:chOff x="0" y="0"/>
            <a:chExt cx="2569807" cy="6678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5C35A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C35A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059168" y="2523744"/>
            <a:ext cx="512064" cy="475488"/>
            <a:chOff x="0" y="0"/>
            <a:chExt cx="682752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571232" y="2523744"/>
            <a:ext cx="1389888" cy="475488"/>
            <a:chOff x="0" y="0"/>
            <a:chExt cx="1853184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132320" y="3035808"/>
            <a:ext cx="1755648" cy="950976"/>
            <a:chOff x="0" y="0"/>
            <a:chExt cx="2340864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Reads digest on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Telegram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948423" y="3224279"/>
            <a:ext cx="263147" cy="98555"/>
            <a:chOff x="0" y="0"/>
            <a:chExt cx="350863" cy="13140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192511" y="2517391"/>
            <a:ext cx="1914649" cy="1512313"/>
            <a:chOff x="0" y="0"/>
            <a:chExt cx="2552865" cy="201641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86167" y="2511047"/>
            <a:ext cx="1927355" cy="500891"/>
            <a:chOff x="0" y="0"/>
            <a:chExt cx="2569807" cy="66785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A7E8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8C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198864" y="2523744"/>
            <a:ext cx="512064" cy="475488"/>
            <a:chOff x="0" y="0"/>
            <a:chExt cx="682752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710928" y="2523744"/>
            <a:ext cx="1389888" cy="475488"/>
            <a:chOff x="0" y="0"/>
            <a:chExt cx="1853184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HEARTBEAT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272016" y="3035808"/>
            <a:ext cx="1755648" cy="950976"/>
            <a:chOff x="0" y="0"/>
            <a:chExt cx="2340864" cy="126796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PM: sends 3 MCQs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today's topic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088119" y="3224279"/>
            <a:ext cx="263147" cy="98555"/>
            <a:chOff x="0" y="0"/>
            <a:chExt cx="350863" cy="13140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332207" y="2517391"/>
            <a:ext cx="1914649" cy="1512313"/>
            <a:chOff x="0" y="0"/>
            <a:chExt cx="2552865" cy="201641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325863" y="2511047"/>
            <a:ext cx="1927355" cy="500891"/>
            <a:chOff x="0" y="0"/>
            <a:chExt cx="2569807" cy="66785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5C35A0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C35A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338560" y="2523744"/>
            <a:ext cx="512064" cy="475488"/>
            <a:chOff x="0" y="0"/>
            <a:chExt cx="682752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850624" y="2523744"/>
            <a:ext cx="1389888" cy="475488"/>
            <a:chOff x="0" y="0"/>
            <a:chExt cx="1853184" cy="6339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411712" y="3035808"/>
            <a:ext cx="1755648" cy="950976"/>
            <a:chOff x="0" y="0"/>
            <a:chExt cx="2340864" cy="12679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Answers quiz;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logged to memory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227815" y="3224279"/>
            <a:ext cx="263147" cy="98555"/>
            <a:chOff x="0" y="0"/>
            <a:chExt cx="350863" cy="13140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471903" y="2517391"/>
            <a:ext cx="1914649" cy="1512313"/>
            <a:chOff x="0" y="0"/>
            <a:chExt cx="2552865" cy="2016417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465559" y="2511047"/>
            <a:ext cx="1927355" cy="500891"/>
            <a:chOff x="0" y="0"/>
            <a:chExt cx="2569807" cy="66785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5C35A0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C35A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78256" y="2523744"/>
            <a:ext cx="512064" cy="475488"/>
            <a:chOff x="0" y="0"/>
            <a:chExt cx="682752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990320" y="2523744"/>
            <a:ext cx="1389888" cy="475488"/>
            <a:chOff x="0" y="0"/>
            <a:chExt cx="1853184" cy="6339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551408" y="3035808"/>
            <a:ext cx="1755648" cy="950976"/>
            <a:chOff x="0" y="0"/>
            <a:chExt cx="2340864" cy="126796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Asks doubt any time;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gets source-cited answer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367511" y="3224279"/>
            <a:ext cx="263147" cy="98555"/>
            <a:chOff x="0" y="0"/>
            <a:chExt cx="350863" cy="13140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4AE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4AE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5611599" y="2517391"/>
            <a:ext cx="1914649" cy="1512313"/>
            <a:chOff x="0" y="0"/>
            <a:chExt cx="2552865" cy="201641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8509" y="8509"/>
              <a:ext cx="2535936" cy="1999488"/>
            </a:xfrm>
            <a:custGeom>
              <a:avLst/>
              <a:gdLst/>
              <a:ahLst/>
              <a:cxnLst/>
              <a:rect r="r" b="b" t="t" l="l"/>
              <a:pathLst>
                <a:path h="199948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552954" cy="2016506"/>
            </a:xfrm>
            <a:custGeom>
              <a:avLst/>
              <a:gdLst/>
              <a:ahLst/>
              <a:cxnLst/>
              <a:rect r="r" b="b" t="t" l="l"/>
              <a:pathLst>
                <a:path h="201650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2007997"/>
                  </a:lnTo>
                  <a:cubicBezTo>
                    <a:pt x="2552954" y="2012696"/>
                    <a:pt x="2549144" y="2016506"/>
                    <a:pt x="2544445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544445" y="1999488"/>
                  </a:lnTo>
                  <a:lnTo>
                    <a:pt x="2544445" y="2007997"/>
                  </a:lnTo>
                  <a:lnTo>
                    <a:pt x="2535936" y="200799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5605255" y="2511047"/>
            <a:ext cx="1927355" cy="500891"/>
            <a:chOff x="0" y="0"/>
            <a:chExt cx="2569807" cy="66785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569718" cy="667768"/>
            </a:xfrm>
            <a:custGeom>
              <a:avLst/>
              <a:gdLst/>
              <a:ahLst/>
              <a:cxnLst/>
              <a:rect r="r" b="b" t="t" l="l"/>
              <a:pathLst>
                <a:path h="667768" w="2569718">
                  <a:moveTo>
                    <a:pt x="16891" y="0"/>
                  </a:moveTo>
                  <a:lnTo>
                    <a:pt x="2552827" y="0"/>
                  </a:lnTo>
                  <a:cubicBezTo>
                    <a:pt x="2562225" y="0"/>
                    <a:pt x="2569718" y="7620"/>
                    <a:pt x="2569718" y="16891"/>
                  </a:cubicBezTo>
                  <a:lnTo>
                    <a:pt x="2569718" y="650875"/>
                  </a:lnTo>
                  <a:cubicBezTo>
                    <a:pt x="2569718" y="660273"/>
                    <a:pt x="2562098" y="667766"/>
                    <a:pt x="2552827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552827" y="633984"/>
                  </a:lnTo>
                  <a:lnTo>
                    <a:pt x="2552827" y="650875"/>
                  </a:lnTo>
                  <a:lnTo>
                    <a:pt x="2535936" y="650875"/>
                  </a:lnTo>
                  <a:lnTo>
                    <a:pt x="2535936" y="16891"/>
                  </a:lnTo>
                  <a:lnTo>
                    <a:pt x="2552827" y="16891"/>
                  </a:lnTo>
                  <a:lnTo>
                    <a:pt x="25528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5617952" y="2523744"/>
            <a:ext cx="512064" cy="475488"/>
            <a:chOff x="0" y="0"/>
            <a:chExt cx="682752" cy="6339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6827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6130016" y="2523744"/>
            <a:ext cx="1389888" cy="475488"/>
            <a:chOff x="0" y="0"/>
            <a:chExt cx="1853184" cy="63398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853184" cy="633984"/>
            </a:xfrm>
            <a:custGeom>
              <a:avLst/>
              <a:gdLst/>
              <a:ahLst/>
              <a:cxnLst/>
              <a:rect r="r" b="b" t="t" l="l"/>
              <a:pathLst>
                <a:path h="633984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28575"/>
              <a:ext cx="1853184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HEARTBEAT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5691104" y="3035808"/>
            <a:ext cx="1755648" cy="950976"/>
            <a:chOff x="0" y="0"/>
            <a:chExt cx="2340864" cy="12679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2340864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Friday: instructor</a:t>
              </a:r>
            </a:p>
            <a:p>
              <a:pPr algn="ctr">
                <a:lnSpc>
                  <a:spcPts val="1871"/>
                </a:lnSpc>
              </a:pPr>
              <a:r>
                <a:rPr lang="en-US" sz="155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docx report emailed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640080" y="4242816"/>
            <a:ext cx="17007840" cy="548640"/>
            <a:chOff x="0" y="0"/>
            <a:chExt cx="22677120" cy="73152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2267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7E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Moments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633727" y="4931407"/>
            <a:ext cx="8333737" cy="2115817"/>
            <a:chOff x="0" y="0"/>
            <a:chExt cx="11111649" cy="282108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8509" y="8509"/>
              <a:ext cx="1109471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1117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2812669"/>
                  </a:lnTo>
                  <a:cubicBezTo>
                    <a:pt x="11111738" y="2817368"/>
                    <a:pt x="11107927" y="2821178"/>
                    <a:pt x="111032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1103228" y="2804160"/>
                  </a:lnTo>
                  <a:lnTo>
                    <a:pt x="11103228" y="2812669"/>
                  </a:lnTo>
                  <a:lnTo>
                    <a:pt x="11094720" y="281266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859536" y="5120640"/>
            <a:ext cx="7863840" cy="512064"/>
            <a:chOff x="0" y="0"/>
            <a:chExt cx="10485120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Zero Install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859536" y="5705856"/>
            <a:ext cx="7863840" cy="1188720"/>
            <a:chOff x="0" y="0"/>
            <a:chExt cx="10485120" cy="158496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1048512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scans a QR code on WhatsApp. That's the entire onboarding. No app, no login, no friction.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320527" y="4931407"/>
            <a:ext cx="8333737" cy="2115817"/>
            <a:chOff x="0" y="0"/>
            <a:chExt cx="11111649" cy="2821089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1109471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11117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2812669"/>
                  </a:lnTo>
                  <a:cubicBezTo>
                    <a:pt x="11111738" y="2817368"/>
                    <a:pt x="11107927" y="2821178"/>
                    <a:pt x="111032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1103228" y="2804160"/>
                  </a:lnTo>
                  <a:lnTo>
                    <a:pt x="11103228" y="2812669"/>
                  </a:lnTo>
                  <a:lnTo>
                    <a:pt x="11094720" y="281266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9546336" y="5120640"/>
            <a:ext cx="7863840" cy="512064"/>
            <a:chOff x="0" y="0"/>
            <a:chExt cx="10485120" cy="6827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Proactive Push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546336" y="5705856"/>
            <a:ext cx="7863840" cy="1188720"/>
            <a:chOff x="0" y="0"/>
            <a:chExt cx="10485120" cy="158496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1048512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EduClaw sends the digest before the student thinks to ask. This is the core UX differentiator.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633727" y="7217407"/>
            <a:ext cx="8333737" cy="2115817"/>
            <a:chOff x="0" y="0"/>
            <a:chExt cx="11111649" cy="2821089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8509" y="8509"/>
              <a:ext cx="1109471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11117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2812669"/>
                  </a:lnTo>
                  <a:cubicBezTo>
                    <a:pt x="11111738" y="2817368"/>
                    <a:pt x="11107927" y="2821178"/>
                    <a:pt x="111032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1103228" y="2804160"/>
                  </a:lnTo>
                  <a:lnTo>
                    <a:pt x="11103228" y="2812669"/>
                  </a:lnTo>
                  <a:lnTo>
                    <a:pt x="11094720" y="281266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859536" y="7406640"/>
            <a:ext cx="7863840" cy="512064"/>
            <a:chOff x="0" y="0"/>
            <a:chExt cx="10485120" cy="68275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Personalised Drill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859536" y="7991856"/>
            <a:ext cx="7863840" cy="1188720"/>
            <a:chOff x="0" y="0"/>
            <a:chExt cx="10485120" cy="158496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1048512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exams, EduClaw reads Cognitive RAM and sends only the topics that particular student scored &lt;60% on.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9320527" y="7217407"/>
            <a:ext cx="8333737" cy="2115817"/>
            <a:chOff x="0" y="0"/>
            <a:chExt cx="11111649" cy="282108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8509" y="8509"/>
              <a:ext cx="1109471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11117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2812669"/>
                  </a:lnTo>
                  <a:cubicBezTo>
                    <a:pt x="11111738" y="2817368"/>
                    <a:pt x="11107927" y="2821178"/>
                    <a:pt x="111032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1103228" y="2804160"/>
                  </a:lnTo>
                  <a:lnTo>
                    <a:pt x="11103228" y="2812669"/>
                  </a:lnTo>
                  <a:lnTo>
                    <a:pt x="11094720" y="281266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9546336" y="7406640"/>
            <a:ext cx="7863840" cy="512064"/>
            <a:chOff x="0" y="0"/>
            <a:chExt cx="10485120" cy="68275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Instructor Report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546336" y="7991856"/>
            <a:ext cx="7863840" cy="1188720"/>
            <a:chOff x="0" y="0"/>
            <a:chExt cx="10485120" cy="158496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1048512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Friday, a formatted Word doc arrives in the instructor's inbox showing class-wide weak spots — no manual effort.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3856" y="1060704"/>
            <a:ext cx="16459200" cy="883667"/>
            <a:chOff x="0" y="0"/>
            <a:chExt cx="21945600" cy="11782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178223"/>
            </a:xfrm>
            <a:custGeom>
              <a:avLst/>
              <a:gdLst/>
              <a:ahLst/>
              <a:cxnLst/>
              <a:rect r="r" b="b" t="t" l="l"/>
              <a:pathLst>
                <a:path h="117822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607" r="0" b="-3022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1945600" cy="1254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&amp; System Design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011680"/>
            <a:ext cx="7680960" cy="512064"/>
            <a:chOff x="0" y="0"/>
            <a:chExt cx="10241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1119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340" y="2644140"/>
            <a:ext cx="7696200" cy="856488"/>
            <a:chOff x="0" y="0"/>
            <a:chExt cx="10261600" cy="1141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0263" y="2639063"/>
            <a:ext cx="116843" cy="866651"/>
            <a:chOff x="0" y="0"/>
            <a:chExt cx="155791" cy="1155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3856" y="2724912"/>
            <a:ext cx="2560320" cy="365760"/>
            <a:chOff x="0" y="0"/>
            <a:chExt cx="341376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Gateway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3856" y="3090672"/>
            <a:ext cx="7132320" cy="365760"/>
            <a:chOff x="0" y="0"/>
            <a:chExt cx="950976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 22 · TypeScript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5340" y="3631692"/>
            <a:ext cx="7696200" cy="856488"/>
            <a:chOff x="0" y="0"/>
            <a:chExt cx="10261600" cy="1141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10263" y="3626615"/>
            <a:ext cx="116843" cy="866651"/>
            <a:chOff x="0" y="0"/>
            <a:chExt cx="155791" cy="11555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33856" y="3712464"/>
            <a:ext cx="2560320" cy="365760"/>
            <a:chOff x="0" y="0"/>
            <a:chExt cx="3413760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Bot API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3856" y="4078224"/>
            <a:ext cx="7132320" cy="365760"/>
            <a:chOff x="0" y="0"/>
            <a:chExt cx="950976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Telegram Bot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5340" y="4619244"/>
            <a:ext cx="7696200" cy="856488"/>
            <a:chOff x="0" y="0"/>
            <a:chExt cx="10261600" cy="1141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10263" y="4614167"/>
            <a:ext cx="116843" cy="866651"/>
            <a:chOff x="0" y="0"/>
            <a:chExt cx="155791" cy="115553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33856" y="4700016"/>
            <a:ext cx="2560320" cy="365760"/>
            <a:chOff x="0" y="0"/>
            <a:chExt cx="34137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 Runtime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33856" y="5065776"/>
            <a:ext cx="7132320" cy="365760"/>
            <a:chOff x="0" y="0"/>
            <a:chExt cx="950976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3.12 · FastAPI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5340" y="5606796"/>
            <a:ext cx="7696200" cy="856488"/>
            <a:chOff x="0" y="0"/>
            <a:chExt cx="10261600" cy="1141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10263" y="5601719"/>
            <a:ext cx="116843" cy="866651"/>
            <a:chOff x="0" y="0"/>
            <a:chExt cx="155791" cy="11555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33856" y="5687568"/>
            <a:ext cx="2560320" cy="365760"/>
            <a:chOff x="0" y="0"/>
            <a:chExt cx="341376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FFB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33856" y="6053328"/>
            <a:ext cx="7132320" cy="365760"/>
            <a:chOff x="0" y="0"/>
            <a:chExt cx="950976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GPT-4o-mini (OpenAI)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5340" y="6594348"/>
            <a:ext cx="7696200" cy="856488"/>
            <a:chOff x="0" y="0"/>
            <a:chExt cx="10261600" cy="1141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10263" y="6589271"/>
            <a:ext cx="116843" cy="866651"/>
            <a:chOff x="0" y="0"/>
            <a:chExt cx="155791" cy="115553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0F5A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33856" y="6675120"/>
            <a:ext cx="2560320" cy="365760"/>
            <a:chOff x="0" y="0"/>
            <a:chExt cx="341376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Core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33856" y="7040880"/>
            <a:ext cx="7132320" cy="365760"/>
            <a:chOff x="0" y="0"/>
            <a:chExt cx="9509760" cy="487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OpenClaw Base · Pi Engine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15340" y="7581900"/>
            <a:ext cx="7696200" cy="856488"/>
            <a:chOff x="0" y="0"/>
            <a:chExt cx="10261600" cy="1141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10263" y="7576823"/>
            <a:ext cx="116843" cy="866651"/>
            <a:chOff x="0" y="0"/>
            <a:chExt cx="155791" cy="115553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0F5A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33856" y="7662672"/>
            <a:ext cx="2560320" cy="365760"/>
            <a:chOff x="0" y="0"/>
            <a:chExt cx="34137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33856" y="8028432"/>
            <a:ext cx="7132320" cy="365760"/>
            <a:chOff x="0" y="0"/>
            <a:chExt cx="950976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HEARTBEAT.md · SOUL.md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15340" y="8569452"/>
            <a:ext cx="7696200" cy="856488"/>
            <a:chOff x="0" y="0"/>
            <a:chExt cx="10261600" cy="1141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0160" y="1016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61600" cy="1141984"/>
            </a:xfrm>
            <a:custGeom>
              <a:avLst/>
              <a:gdLst/>
              <a:ahLst/>
              <a:cxnLst/>
              <a:rect r="r" b="b" t="t" l="l"/>
              <a:pathLst>
                <a:path h="1141984" w="10261600">
                  <a:moveTo>
                    <a:pt x="10160" y="0"/>
                  </a:moveTo>
                  <a:lnTo>
                    <a:pt x="10251440" y="0"/>
                  </a:lnTo>
                  <a:cubicBezTo>
                    <a:pt x="10257028" y="0"/>
                    <a:pt x="10261600" y="4572"/>
                    <a:pt x="10261600" y="10160"/>
                  </a:cubicBezTo>
                  <a:lnTo>
                    <a:pt x="10261600" y="1131824"/>
                  </a:lnTo>
                  <a:cubicBezTo>
                    <a:pt x="10261600" y="1137412"/>
                    <a:pt x="10257028" y="1141984"/>
                    <a:pt x="10251440" y="1141984"/>
                  </a:cubicBezTo>
                  <a:lnTo>
                    <a:pt x="10160" y="1141984"/>
                  </a:lnTo>
                  <a:cubicBezTo>
                    <a:pt x="4572" y="1141984"/>
                    <a:pt x="0" y="1137412"/>
                    <a:pt x="0" y="1131824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31824"/>
                  </a:lnTo>
                  <a:lnTo>
                    <a:pt x="10160" y="1131824"/>
                  </a:lnTo>
                  <a:lnTo>
                    <a:pt x="10160" y="1121664"/>
                  </a:lnTo>
                  <a:lnTo>
                    <a:pt x="10251440" y="1121664"/>
                  </a:lnTo>
                  <a:lnTo>
                    <a:pt x="10251440" y="1131824"/>
                  </a:lnTo>
                  <a:lnTo>
                    <a:pt x="10241280" y="1131824"/>
                  </a:lnTo>
                  <a:lnTo>
                    <a:pt x="10241280" y="10160"/>
                  </a:lnTo>
                  <a:lnTo>
                    <a:pt x="10251440" y="10160"/>
                  </a:lnTo>
                  <a:lnTo>
                    <a:pt x="102514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10263" y="8564375"/>
            <a:ext cx="116843" cy="866651"/>
            <a:chOff x="0" y="0"/>
            <a:chExt cx="155791" cy="115553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2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5B5B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570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138555"/>
                  </a:lnTo>
                  <a:cubicBezTo>
                    <a:pt x="155702" y="1147953"/>
                    <a:pt x="148082" y="1155446"/>
                    <a:pt x="1388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38811" y="1121664"/>
                  </a:lnTo>
                  <a:lnTo>
                    <a:pt x="138811" y="1138555"/>
                  </a:lnTo>
                  <a:lnTo>
                    <a:pt x="121920" y="113855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33856" y="8650224"/>
            <a:ext cx="2560320" cy="365760"/>
            <a:chOff x="0" y="0"/>
            <a:chExt cx="341376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413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FF5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33856" y="9015984"/>
            <a:ext cx="7132320" cy="365760"/>
            <a:chOff x="0" y="0"/>
            <a:chExt cx="9509760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RAM · YAML files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144000" y="1944371"/>
            <a:ext cx="8412480" cy="579373"/>
            <a:chOff x="0" y="0"/>
            <a:chExt cx="11216640" cy="77249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216640" cy="772497"/>
            </a:xfrm>
            <a:custGeom>
              <a:avLst/>
              <a:gdLst/>
              <a:ahLst/>
              <a:cxnLst/>
              <a:rect r="r" b="b" t="t" l="l"/>
              <a:pathLst>
                <a:path h="772497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72497"/>
                  </a:lnTo>
                  <a:lnTo>
                    <a:pt x="0" y="772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731" r="0" b="-22711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1216640" cy="810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1119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FLOW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133837" y="2641597"/>
            <a:ext cx="8432797" cy="971293"/>
            <a:chOff x="0" y="0"/>
            <a:chExt cx="11243729" cy="129505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3589" y="13589"/>
              <a:ext cx="11216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243818" cy="1295146"/>
            </a:xfrm>
            <a:custGeom>
              <a:avLst/>
              <a:gdLst/>
              <a:ahLst/>
              <a:cxnLst/>
              <a:rect r="r" b="b" t="t" l="l"/>
              <a:pathLst>
                <a:path h="1295146" w="1124381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1281557"/>
                  </a:lnTo>
                  <a:cubicBezTo>
                    <a:pt x="11243818" y="1289050"/>
                    <a:pt x="11237722" y="1295146"/>
                    <a:pt x="11230229" y="1295146"/>
                  </a:cubicBezTo>
                  <a:lnTo>
                    <a:pt x="13589" y="1295146"/>
                  </a:lnTo>
                  <a:cubicBezTo>
                    <a:pt x="6096" y="1295146"/>
                    <a:pt x="0" y="1289050"/>
                    <a:pt x="0" y="12815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281557"/>
                  </a:lnTo>
                  <a:lnTo>
                    <a:pt x="13589" y="1281557"/>
                  </a:lnTo>
                  <a:lnTo>
                    <a:pt x="13589" y="1267968"/>
                  </a:lnTo>
                  <a:lnTo>
                    <a:pt x="11230229" y="1267968"/>
                  </a:lnTo>
                  <a:lnTo>
                    <a:pt x="11230229" y="1281557"/>
                  </a:lnTo>
                  <a:lnTo>
                    <a:pt x="11216640" y="1281557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131303" y="2639063"/>
            <a:ext cx="8437883" cy="98555"/>
            <a:chOff x="0" y="0"/>
            <a:chExt cx="11250511" cy="13140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1216640" cy="97536"/>
            </a:xfrm>
            <a:custGeom>
              <a:avLst/>
              <a:gdLst/>
              <a:ahLst/>
              <a:cxnLst/>
              <a:rect r="r" b="b" t="t" l="l"/>
              <a:pathLst>
                <a:path h="9753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250422" cy="131320"/>
            </a:xfrm>
            <a:custGeom>
              <a:avLst/>
              <a:gdLst/>
              <a:ahLst/>
              <a:cxnLst/>
              <a:rect r="r" b="b" t="t" l="l"/>
              <a:pathLst>
                <a:path h="13132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4427"/>
                  </a:lnTo>
                  <a:cubicBezTo>
                    <a:pt x="11250422" y="123825"/>
                    <a:pt x="11242802" y="131318"/>
                    <a:pt x="1123353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233531" y="97536"/>
                  </a:lnTo>
                  <a:lnTo>
                    <a:pt x="11233531" y="114427"/>
                  </a:lnTo>
                  <a:lnTo>
                    <a:pt x="11216640" y="1144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18320" y="2834640"/>
            <a:ext cx="8046720" cy="438912"/>
            <a:chOff x="0" y="0"/>
            <a:chExt cx="10728960" cy="58521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728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0728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Student (Telegram)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418320" y="3255264"/>
            <a:ext cx="8046720" cy="292608"/>
            <a:chOff x="0" y="0"/>
            <a:chExt cx="10728960" cy="3901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728960" cy="390144"/>
            </a:xfrm>
            <a:custGeom>
              <a:avLst/>
              <a:gdLst/>
              <a:ahLst/>
              <a:cxnLst/>
              <a:rect r="r" b="b" t="t" l="l"/>
              <a:pathLst>
                <a:path h="39014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072896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Message sent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335000" y="3587496"/>
            <a:ext cx="30480" cy="176784"/>
            <a:chOff x="0" y="0"/>
            <a:chExt cx="40640" cy="2357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20320"/>
              <a:ext cx="40640" cy="195072"/>
            </a:xfrm>
            <a:custGeom>
              <a:avLst/>
              <a:gdLst/>
              <a:ahLst/>
              <a:cxnLst/>
              <a:rect r="r" b="b" t="t" l="l"/>
              <a:pathLst>
                <a:path h="195072" w="40640">
                  <a:moveTo>
                    <a:pt x="40640" y="0"/>
                  </a:moveTo>
                  <a:lnTo>
                    <a:pt x="40640" y="195072"/>
                  </a:lnTo>
                  <a:lnTo>
                    <a:pt x="0" y="195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246103" y="3699767"/>
            <a:ext cx="208283" cy="208283"/>
            <a:chOff x="0" y="0"/>
            <a:chExt cx="277711" cy="27771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0"/>
                  </a:moveTo>
                  <a:lnTo>
                    <a:pt x="243840" y="243840"/>
                  </a:lnTo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4953" y="4953"/>
              <a:ext cx="267843" cy="267843"/>
            </a:xfrm>
            <a:custGeom>
              <a:avLst/>
              <a:gdLst/>
              <a:ahLst/>
              <a:cxnLst/>
              <a:rect r="r" b="b" t="t" l="l"/>
              <a:pathLst>
                <a:path h="267843" w="267843">
                  <a:moveTo>
                    <a:pt x="24003" y="0"/>
                  </a:moveTo>
                  <a:lnTo>
                    <a:pt x="267843" y="243840"/>
                  </a:lnTo>
                  <a:lnTo>
                    <a:pt x="243840" y="26784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133837" y="3738877"/>
            <a:ext cx="8432797" cy="971293"/>
            <a:chOff x="0" y="0"/>
            <a:chExt cx="11243729" cy="129505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3589" y="13589"/>
              <a:ext cx="11216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243818" cy="1295146"/>
            </a:xfrm>
            <a:custGeom>
              <a:avLst/>
              <a:gdLst/>
              <a:ahLst/>
              <a:cxnLst/>
              <a:rect r="r" b="b" t="t" l="l"/>
              <a:pathLst>
                <a:path h="1295146" w="1124381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1281557"/>
                  </a:lnTo>
                  <a:cubicBezTo>
                    <a:pt x="11243818" y="1289050"/>
                    <a:pt x="11237722" y="1295146"/>
                    <a:pt x="11230229" y="1295146"/>
                  </a:cubicBezTo>
                  <a:lnTo>
                    <a:pt x="13589" y="1295146"/>
                  </a:lnTo>
                  <a:cubicBezTo>
                    <a:pt x="6096" y="1295146"/>
                    <a:pt x="0" y="1289050"/>
                    <a:pt x="0" y="12815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281557"/>
                  </a:lnTo>
                  <a:lnTo>
                    <a:pt x="13589" y="1281557"/>
                  </a:lnTo>
                  <a:lnTo>
                    <a:pt x="13589" y="1267968"/>
                  </a:lnTo>
                  <a:lnTo>
                    <a:pt x="11230229" y="1267968"/>
                  </a:lnTo>
                  <a:lnTo>
                    <a:pt x="11230229" y="1281557"/>
                  </a:lnTo>
                  <a:lnTo>
                    <a:pt x="11216640" y="1281557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131303" y="3736343"/>
            <a:ext cx="8437883" cy="98555"/>
            <a:chOff x="0" y="0"/>
            <a:chExt cx="11250511" cy="13140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11216640" cy="97536"/>
            </a:xfrm>
            <a:custGeom>
              <a:avLst/>
              <a:gdLst/>
              <a:ahLst/>
              <a:cxnLst/>
              <a:rect r="r" b="b" t="t" l="l"/>
              <a:pathLst>
                <a:path h="9753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250422" cy="131320"/>
            </a:xfrm>
            <a:custGeom>
              <a:avLst/>
              <a:gdLst/>
              <a:ahLst/>
              <a:cxnLst/>
              <a:rect r="r" b="b" t="t" l="l"/>
              <a:pathLst>
                <a:path h="13132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4427"/>
                  </a:lnTo>
                  <a:cubicBezTo>
                    <a:pt x="11250422" y="123825"/>
                    <a:pt x="11242802" y="131318"/>
                    <a:pt x="1123353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233531" y="97536"/>
                  </a:lnTo>
                  <a:lnTo>
                    <a:pt x="11233531" y="114427"/>
                  </a:lnTo>
                  <a:lnTo>
                    <a:pt x="11216640" y="1144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418320" y="3931920"/>
            <a:ext cx="8046720" cy="438912"/>
            <a:chOff x="0" y="0"/>
            <a:chExt cx="10728960" cy="58521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728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10728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Node.js Gateway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418320" y="4352544"/>
            <a:ext cx="8046720" cy="292608"/>
            <a:chOff x="0" y="0"/>
            <a:chExt cx="10728960" cy="39014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728960" cy="390144"/>
            </a:xfrm>
            <a:custGeom>
              <a:avLst/>
              <a:gdLst/>
              <a:ahLst/>
              <a:cxnLst/>
              <a:rect r="r" b="b" t="t" l="l"/>
              <a:pathLst>
                <a:path h="39014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1072896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 + session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335000" y="4684776"/>
            <a:ext cx="30480" cy="176784"/>
            <a:chOff x="0" y="0"/>
            <a:chExt cx="40640" cy="23571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20320"/>
              <a:ext cx="40640" cy="195072"/>
            </a:xfrm>
            <a:custGeom>
              <a:avLst/>
              <a:gdLst/>
              <a:ahLst/>
              <a:cxnLst/>
              <a:rect r="r" b="b" t="t" l="l"/>
              <a:pathLst>
                <a:path h="195072" w="40640">
                  <a:moveTo>
                    <a:pt x="40640" y="0"/>
                  </a:moveTo>
                  <a:lnTo>
                    <a:pt x="40640" y="195072"/>
                  </a:lnTo>
                  <a:lnTo>
                    <a:pt x="0" y="195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3246103" y="4797047"/>
            <a:ext cx="208283" cy="208283"/>
            <a:chOff x="0" y="0"/>
            <a:chExt cx="277711" cy="27771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0"/>
                  </a:moveTo>
                  <a:lnTo>
                    <a:pt x="243840" y="243840"/>
                  </a:lnTo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4953" y="4953"/>
              <a:ext cx="267843" cy="267843"/>
            </a:xfrm>
            <a:custGeom>
              <a:avLst/>
              <a:gdLst/>
              <a:ahLst/>
              <a:cxnLst/>
              <a:rect r="r" b="b" t="t" l="l"/>
              <a:pathLst>
                <a:path h="267843" w="267843">
                  <a:moveTo>
                    <a:pt x="24003" y="0"/>
                  </a:moveTo>
                  <a:lnTo>
                    <a:pt x="267843" y="243840"/>
                  </a:lnTo>
                  <a:lnTo>
                    <a:pt x="243840" y="26784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133837" y="4836157"/>
            <a:ext cx="8432797" cy="971293"/>
            <a:chOff x="0" y="0"/>
            <a:chExt cx="11243729" cy="1295057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13589" y="13589"/>
              <a:ext cx="11216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1243818" cy="1295146"/>
            </a:xfrm>
            <a:custGeom>
              <a:avLst/>
              <a:gdLst/>
              <a:ahLst/>
              <a:cxnLst/>
              <a:rect r="r" b="b" t="t" l="l"/>
              <a:pathLst>
                <a:path h="1295146" w="1124381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1281557"/>
                  </a:lnTo>
                  <a:cubicBezTo>
                    <a:pt x="11243818" y="1289050"/>
                    <a:pt x="11237722" y="1295146"/>
                    <a:pt x="11230229" y="1295146"/>
                  </a:cubicBezTo>
                  <a:lnTo>
                    <a:pt x="13589" y="1295146"/>
                  </a:lnTo>
                  <a:cubicBezTo>
                    <a:pt x="6096" y="1295146"/>
                    <a:pt x="0" y="1289050"/>
                    <a:pt x="0" y="12815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281557"/>
                  </a:lnTo>
                  <a:lnTo>
                    <a:pt x="13589" y="1281557"/>
                  </a:lnTo>
                  <a:lnTo>
                    <a:pt x="13589" y="1267968"/>
                  </a:lnTo>
                  <a:lnTo>
                    <a:pt x="11230229" y="1267968"/>
                  </a:lnTo>
                  <a:lnTo>
                    <a:pt x="11230229" y="1281557"/>
                  </a:lnTo>
                  <a:lnTo>
                    <a:pt x="11216640" y="1281557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131303" y="4833623"/>
            <a:ext cx="8437883" cy="98555"/>
            <a:chOff x="0" y="0"/>
            <a:chExt cx="11250511" cy="131407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16891" y="16891"/>
              <a:ext cx="11216640" cy="97536"/>
            </a:xfrm>
            <a:custGeom>
              <a:avLst/>
              <a:gdLst/>
              <a:ahLst/>
              <a:cxnLst/>
              <a:rect r="r" b="b" t="t" l="l"/>
              <a:pathLst>
                <a:path h="9753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1250422" cy="131320"/>
            </a:xfrm>
            <a:custGeom>
              <a:avLst/>
              <a:gdLst/>
              <a:ahLst/>
              <a:cxnLst/>
              <a:rect r="r" b="b" t="t" l="l"/>
              <a:pathLst>
                <a:path h="13132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4427"/>
                  </a:lnTo>
                  <a:cubicBezTo>
                    <a:pt x="11250422" y="123825"/>
                    <a:pt x="11242802" y="131318"/>
                    <a:pt x="1123353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233531" y="97536"/>
                  </a:lnTo>
                  <a:lnTo>
                    <a:pt x="11233531" y="114427"/>
                  </a:lnTo>
                  <a:lnTo>
                    <a:pt x="11216640" y="1144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418320" y="5029200"/>
            <a:ext cx="8046720" cy="438912"/>
            <a:chOff x="0" y="0"/>
            <a:chExt cx="10728960" cy="58521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0728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47625"/>
              <a:ext cx="10728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🐍 Python Skills Runtime (FastAPI)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418320" y="5449824"/>
            <a:ext cx="8046720" cy="292608"/>
            <a:chOff x="0" y="0"/>
            <a:chExt cx="10728960" cy="39014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728960" cy="390144"/>
            </a:xfrm>
            <a:custGeom>
              <a:avLst/>
              <a:gdLst/>
              <a:ahLst/>
              <a:cxnLst/>
              <a:rect r="r" b="b" t="t" l="l"/>
              <a:pathLst>
                <a:path h="39014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1072896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 + execute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335000" y="5782056"/>
            <a:ext cx="30480" cy="176784"/>
            <a:chOff x="0" y="0"/>
            <a:chExt cx="40640" cy="23571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20320"/>
              <a:ext cx="40640" cy="195072"/>
            </a:xfrm>
            <a:custGeom>
              <a:avLst/>
              <a:gdLst/>
              <a:ahLst/>
              <a:cxnLst/>
              <a:rect r="r" b="b" t="t" l="l"/>
              <a:pathLst>
                <a:path h="195072" w="40640">
                  <a:moveTo>
                    <a:pt x="40640" y="0"/>
                  </a:moveTo>
                  <a:lnTo>
                    <a:pt x="40640" y="195072"/>
                  </a:lnTo>
                  <a:lnTo>
                    <a:pt x="0" y="195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3246103" y="5894327"/>
            <a:ext cx="208283" cy="208283"/>
            <a:chOff x="0" y="0"/>
            <a:chExt cx="277711" cy="27771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0"/>
                  </a:moveTo>
                  <a:lnTo>
                    <a:pt x="243840" y="243840"/>
                  </a:lnTo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4953" y="4953"/>
              <a:ext cx="267843" cy="267843"/>
            </a:xfrm>
            <a:custGeom>
              <a:avLst/>
              <a:gdLst/>
              <a:ahLst/>
              <a:cxnLst/>
              <a:rect r="r" b="b" t="t" l="l"/>
              <a:pathLst>
                <a:path h="267843" w="267843">
                  <a:moveTo>
                    <a:pt x="24003" y="0"/>
                  </a:moveTo>
                  <a:lnTo>
                    <a:pt x="267843" y="243840"/>
                  </a:lnTo>
                  <a:lnTo>
                    <a:pt x="243840" y="26784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133837" y="5933437"/>
            <a:ext cx="8432797" cy="971293"/>
            <a:chOff x="0" y="0"/>
            <a:chExt cx="11243729" cy="129505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3589" y="13589"/>
              <a:ext cx="11216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1243818" cy="1295146"/>
            </a:xfrm>
            <a:custGeom>
              <a:avLst/>
              <a:gdLst/>
              <a:ahLst/>
              <a:cxnLst/>
              <a:rect r="r" b="b" t="t" l="l"/>
              <a:pathLst>
                <a:path h="1295146" w="1124381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1281557"/>
                  </a:lnTo>
                  <a:cubicBezTo>
                    <a:pt x="11243818" y="1289050"/>
                    <a:pt x="11237722" y="1295146"/>
                    <a:pt x="11230229" y="1295146"/>
                  </a:cubicBezTo>
                  <a:lnTo>
                    <a:pt x="13589" y="1295146"/>
                  </a:lnTo>
                  <a:cubicBezTo>
                    <a:pt x="6096" y="1295146"/>
                    <a:pt x="0" y="1289050"/>
                    <a:pt x="0" y="12815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281557"/>
                  </a:lnTo>
                  <a:lnTo>
                    <a:pt x="13589" y="1281557"/>
                  </a:lnTo>
                  <a:lnTo>
                    <a:pt x="13589" y="1267968"/>
                  </a:lnTo>
                  <a:lnTo>
                    <a:pt x="11230229" y="1267968"/>
                  </a:lnTo>
                  <a:lnTo>
                    <a:pt x="11230229" y="1281557"/>
                  </a:lnTo>
                  <a:lnTo>
                    <a:pt x="11216640" y="1281557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9131303" y="5930903"/>
            <a:ext cx="8437883" cy="98555"/>
            <a:chOff x="0" y="0"/>
            <a:chExt cx="11250511" cy="131407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1216640" cy="97536"/>
            </a:xfrm>
            <a:custGeom>
              <a:avLst/>
              <a:gdLst/>
              <a:ahLst/>
              <a:cxnLst/>
              <a:rect r="r" b="b" t="t" l="l"/>
              <a:pathLst>
                <a:path h="9753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50422" cy="131320"/>
            </a:xfrm>
            <a:custGeom>
              <a:avLst/>
              <a:gdLst/>
              <a:ahLst/>
              <a:cxnLst/>
              <a:rect r="r" b="b" t="t" l="l"/>
              <a:pathLst>
                <a:path h="13132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4427"/>
                  </a:lnTo>
                  <a:cubicBezTo>
                    <a:pt x="11250422" y="123825"/>
                    <a:pt x="11242802" y="131318"/>
                    <a:pt x="1123353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233531" y="97536"/>
                  </a:lnTo>
                  <a:lnTo>
                    <a:pt x="11233531" y="114427"/>
                  </a:lnTo>
                  <a:lnTo>
                    <a:pt x="11216640" y="1144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418320" y="6126480"/>
            <a:ext cx="8046720" cy="438912"/>
            <a:chOff x="0" y="0"/>
            <a:chExt cx="10728960" cy="58521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728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0728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OpenAI GPT-4o-mini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9418320" y="6547104"/>
            <a:ext cx="8046720" cy="292608"/>
            <a:chOff x="0" y="0"/>
            <a:chExt cx="10728960" cy="39014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728960" cy="390144"/>
            </a:xfrm>
            <a:custGeom>
              <a:avLst/>
              <a:gdLst/>
              <a:ahLst/>
              <a:cxnLst/>
              <a:rect r="r" b="b" t="t" l="l"/>
              <a:pathLst>
                <a:path h="39014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1072896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reasoning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335000" y="6879336"/>
            <a:ext cx="30480" cy="176784"/>
            <a:chOff x="0" y="0"/>
            <a:chExt cx="40640" cy="23571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20320"/>
              <a:ext cx="40640" cy="195072"/>
            </a:xfrm>
            <a:custGeom>
              <a:avLst/>
              <a:gdLst/>
              <a:ahLst/>
              <a:cxnLst/>
              <a:rect r="r" b="b" t="t" l="l"/>
              <a:pathLst>
                <a:path h="195072" w="40640">
                  <a:moveTo>
                    <a:pt x="40640" y="0"/>
                  </a:moveTo>
                  <a:lnTo>
                    <a:pt x="40640" y="195072"/>
                  </a:lnTo>
                  <a:lnTo>
                    <a:pt x="0" y="195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246103" y="6991607"/>
            <a:ext cx="208283" cy="208283"/>
            <a:chOff x="0" y="0"/>
            <a:chExt cx="277711" cy="277711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0"/>
                  </a:moveTo>
                  <a:lnTo>
                    <a:pt x="243840" y="243840"/>
                  </a:lnTo>
                </a:path>
              </a:pathLst>
            </a:custGeom>
            <a:solidFill>
              <a:srgbClr val="FFB547"/>
            </a:solidFill>
          </p:spPr>
        </p:sp>
        <p:sp>
          <p:nvSpPr>
            <p:cNvPr name="Freeform 171" id="171"/>
            <p:cNvSpPr/>
            <p:nvPr/>
          </p:nvSpPr>
          <p:spPr>
            <a:xfrm flipH="false" flipV="false" rot="0">
              <a:off x="4953" y="4953"/>
              <a:ext cx="267843" cy="267843"/>
            </a:xfrm>
            <a:custGeom>
              <a:avLst/>
              <a:gdLst/>
              <a:ahLst/>
              <a:cxnLst/>
              <a:rect r="r" b="b" t="t" l="l"/>
              <a:pathLst>
                <a:path h="267843" w="267843">
                  <a:moveTo>
                    <a:pt x="24003" y="0"/>
                  </a:moveTo>
                  <a:lnTo>
                    <a:pt x="267843" y="243840"/>
                  </a:lnTo>
                  <a:lnTo>
                    <a:pt x="243840" y="26784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9133837" y="7030717"/>
            <a:ext cx="8432797" cy="971293"/>
            <a:chOff x="0" y="0"/>
            <a:chExt cx="11243729" cy="1295057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13589" y="13589"/>
              <a:ext cx="11216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1243818" cy="1295146"/>
            </a:xfrm>
            <a:custGeom>
              <a:avLst/>
              <a:gdLst/>
              <a:ahLst/>
              <a:cxnLst/>
              <a:rect r="r" b="b" t="t" l="l"/>
              <a:pathLst>
                <a:path h="1295146" w="1124381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1281557"/>
                  </a:lnTo>
                  <a:cubicBezTo>
                    <a:pt x="11243818" y="1289050"/>
                    <a:pt x="11237722" y="1295146"/>
                    <a:pt x="11230229" y="1295146"/>
                  </a:cubicBezTo>
                  <a:lnTo>
                    <a:pt x="13589" y="1295146"/>
                  </a:lnTo>
                  <a:cubicBezTo>
                    <a:pt x="6096" y="1295146"/>
                    <a:pt x="0" y="1289050"/>
                    <a:pt x="0" y="12815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281557"/>
                  </a:lnTo>
                  <a:lnTo>
                    <a:pt x="13589" y="1281557"/>
                  </a:lnTo>
                  <a:lnTo>
                    <a:pt x="13589" y="1267968"/>
                  </a:lnTo>
                  <a:lnTo>
                    <a:pt x="11230229" y="1267968"/>
                  </a:lnTo>
                  <a:lnTo>
                    <a:pt x="11230229" y="1281557"/>
                  </a:lnTo>
                  <a:lnTo>
                    <a:pt x="11216640" y="1281557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9131303" y="7028183"/>
            <a:ext cx="8437883" cy="98555"/>
            <a:chOff x="0" y="0"/>
            <a:chExt cx="11250511" cy="131407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16891" y="16891"/>
              <a:ext cx="11216640" cy="97536"/>
            </a:xfrm>
            <a:custGeom>
              <a:avLst/>
              <a:gdLst/>
              <a:ahLst/>
              <a:cxnLst/>
              <a:rect r="r" b="b" t="t" l="l"/>
              <a:pathLst>
                <a:path h="9753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5B5B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1250422" cy="131320"/>
            </a:xfrm>
            <a:custGeom>
              <a:avLst/>
              <a:gdLst/>
              <a:ahLst/>
              <a:cxnLst/>
              <a:rect r="r" b="b" t="t" l="l"/>
              <a:pathLst>
                <a:path h="13132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4427"/>
                  </a:lnTo>
                  <a:cubicBezTo>
                    <a:pt x="11250422" y="123825"/>
                    <a:pt x="11242802" y="131318"/>
                    <a:pt x="1123353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233531" y="97536"/>
                  </a:lnTo>
                  <a:lnTo>
                    <a:pt x="11233531" y="114427"/>
                  </a:lnTo>
                  <a:lnTo>
                    <a:pt x="11216640" y="1144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9418320" y="7223760"/>
            <a:ext cx="8046720" cy="438912"/>
            <a:chOff x="0" y="0"/>
            <a:chExt cx="10728960" cy="58521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0728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10728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🗂️  Cognitive RAM (YAML)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418320" y="7644384"/>
            <a:ext cx="8046720" cy="292608"/>
            <a:chOff x="0" y="0"/>
            <a:chExt cx="10728960" cy="390144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0728960" cy="390144"/>
            </a:xfrm>
            <a:custGeom>
              <a:avLst/>
              <a:gdLst/>
              <a:ahLst/>
              <a:cxnLst/>
              <a:rect r="r" b="b" t="t" l="l"/>
              <a:pathLst>
                <a:path h="39014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28575"/>
              <a:ext cx="1072896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/ write memory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822960" y="9509760"/>
            <a:ext cx="16642080" cy="457200"/>
            <a:chOff x="0" y="0"/>
            <a:chExt cx="22189440" cy="60960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2189439" cy="609600"/>
            </a:xfrm>
            <a:custGeom>
              <a:avLst/>
              <a:gdLst/>
              <a:ahLst/>
              <a:cxnLst/>
              <a:rect r="r" b="b" t="t" l="l"/>
              <a:pathLst>
                <a:path h="609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255" r="0" b="-659255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22189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0D1B2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Telegram → Gateway → Python → LLM → YAML → Back to Telegram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&amp; Use cases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2218439"/>
            <a:ext cx="17033243" cy="71123"/>
            <a:chOff x="0" y="0"/>
            <a:chExt cx="22710991" cy="94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60960"/>
            </a:xfrm>
            <a:custGeom>
              <a:avLst/>
              <a:gdLst/>
              <a:ahLst/>
              <a:cxnLst/>
              <a:rect r="r" b="b" t="t" l="l"/>
              <a:pathLst>
                <a:path h="6096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2B5C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94744"/>
            </a:xfrm>
            <a:custGeom>
              <a:avLst/>
              <a:gdLst/>
              <a:ahLst/>
              <a:cxnLst/>
              <a:rect r="r" b="b" t="t" l="l"/>
              <a:pathLst>
                <a:path h="9474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77851"/>
                  </a:lnTo>
                  <a:cubicBezTo>
                    <a:pt x="22710902" y="87249"/>
                    <a:pt x="22703282" y="94742"/>
                    <a:pt x="2269401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694010" y="60960"/>
                  </a:lnTo>
                  <a:lnTo>
                    <a:pt x="22694010" y="77851"/>
                  </a:lnTo>
                  <a:lnTo>
                    <a:pt x="22677120" y="7785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2B5C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3727" y="2462527"/>
            <a:ext cx="8333737" cy="3578857"/>
            <a:chOff x="0" y="0"/>
            <a:chExt cx="11111649" cy="47718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11094719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11738" cy="4771898"/>
            </a:xfrm>
            <a:custGeom>
              <a:avLst/>
              <a:gdLst/>
              <a:ahLst/>
              <a:cxnLst/>
              <a:rect r="r" b="b" t="t" l="l"/>
              <a:pathLst>
                <a:path h="477189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4763389"/>
                  </a:lnTo>
                  <a:cubicBezTo>
                    <a:pt x="11111738" y="4768088"/>
                    <a:pt x="11107927" y="4771898"/>
                    <a:pt x="11103228" y="4771898"/>
                  </a:cubicBezTo>
                  <a:lnTo>
                    <a:pt x="8509" y="4771898"/>
                  </a:lnTo>
                  <a:cubicBezTo>
                    <a:pt x="3810" y="4771898"/>
                    <a:pt x="0" y="4768088"/>
                    <a:pt x="0" y="4763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763389"/>
                  </a:lnTo>
                  <a:lnTo>
                    <a:pt x="8509" y="4763389"/>
                  </a:lnTo>
                  <a:lnTo>
                    <a:pt x="8509" y="4754880"/>
                  </a:lnTo>
                  <a:lnTo>
                    <a:pt x="11103228" y="4754880"/>
                  </a:lnTo>
                  <a:lnTo>
                    <a:pt x="11103228" y="4763389"/>
                  </a:lnTo>
                  <a:lnTo>
                    <a:pt x="11094720" y="476338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2456183"/>
            <a:ext cx="8346443" cy="720347"/>
            <a:chOff x="0" y="0"/>
            <a:chExt cx="11128591" cy="9604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094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A7E8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28501" cy="960376"/>
            </a:xfrm>
            <a:custGeom>
              <a:avLst/>
              <a:gdLst/>
              <a:ahLst/>
              <a:cxnLst/>
              <a:rect r="r" b="b" t="t" l="l"/>
              <a:pathLst>
                <a:path h="96037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43483"/>
                  </a:lnTo>
                  <a:cubicBezTo>
                    <a:pt x="11128501" y="952881"/>
                    <a:pt x="11120882" y="960374"/>
                    <a:pt x="111116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11611" y="926592"/>
                  </a:lnTo>
                  <a:lnTo>
                    <a:pt x="11111611" y="943483"/>
                  </a:lnTo>
                  <a:lnTo>
                    <a:pt x="11094720" y="9434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8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2468880"/>
            <a:ext cx="731520" cy="694944"/>
            <a:chOff x="0" y="0"/>
            <a:chExt cx="97536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2468880"/>
            <a:ext cx="6309360" cy="694944"/>
            <a:chOff x="0" y="0"/>
            <a:chExt cx="841248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926592"/>
            </a:xfrm>
            <a:custGeom>
              <a:avLst/>
              <a:gdLst/>
              <a:ahLst/>
              <a:cxnLst/>
              <a:rect r="r" b="b" t="t" l="l"/>
              <a:pathLst>
                <a:path h="92659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412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3rd-Year CSE Exam Sprint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48807" y="2584199"/>
            <a:ext cx="1342139" cy="427739"/>
            <a:chOff x="0" y="0"/>
            <a:chExt cx="1789519" cy="570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9430" cy="570232"/>
            </a:xfrm>
            <a:custGeom>
              <a:avLst/>
              <a:gdLst/>
              <a:ahLst/>
              <a:cxnLst/>
              <a:rect r="r" b="b" t="t" l="l"/>
              <a:pathLst>
                <a:path h="570232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553339"/>
                  </a:lnTo>
                  <a:cubicBezTo>
                    <a:pt x="1789430" y="562737"/>
                    <a:pt x="1781810" y="570230"/>
                    <a:pt x="177253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772539" y="536448"/>
                  </a:lnTo>
                  <a:lnTo>
                    <a:pt x="1772539" y="553339"/>
                  </a:lnTo>
                  <a:lnTo>
                    <a:pt x="1755648" y="553339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61504" y="2596896"/>
            <a:ext cx="1316736" cy="402336"/>
            <a:chOff x="0" y="0"/>
            <a:chExt cx="1755648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556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59536" y="3310128"/>
            <a:ext cx="7882128" cy="2596896"/>
            <a:chOff x="0" y="0"/>
            <a:chExt cx="10509504" cy="34625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09504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1" r="0" b="-91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509504" cy="3500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Pavan has 4 exams in 7 days. EduClaw reads his quiz history, identifies he's weak in TCP/IP but strong in OOP, and sends him a personalised 20-question TCP/IP drill — skipping OOP entirely. He revises 40% faster.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75391" y="2462527"/>
            <a:ext cx="8333737" cy="3578857"/>
            <a:chOff x="0" y="0"/>
            <a:chExt cx="11111649" cy="47718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11094719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11738" cy="4771898"/>
            </a:xfrm>
            <a:custGeom>
              <a:avLst/>
              <a:gdLst/>
              <a:ahLst/>
              <a:cxnLst/>
              <a:rect r="r" b="b" t="t" l="l"/>
              <a:pathLst>
                <a:path h="477189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4763389"/>
                  </a:lnTo>
                  <a:cubicBezTo>
                    <a:pt x="11111738" y="4768088"/>
                    <a:pt x="11107927" y="4771898"/>
                    <a:pt x="11103228" y="4771898"/>
                  </a:cubicBezTo>
                  <a:lnTo>
                    <a:pt x="8509" y="4771898"/>
                  </a:lnTo>
                  <a:cubicBezTo>
                    <a:pt x="3810" y="4771898"/>
                    <a:pt x="0" y="4768088"/>
                    <a:pt x="0" y="4763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763389"/>
                  </a:lnTo>
                  <a:lnTo>
                    <a:pt x="8509" y="4763389"/>
                  </a:lnTo>
                  <a:lnTo>
                    <a:pt x="8509" y="4754880"/>
                  </a:lnTo>
                  <a:lnTo>
                    <a:pt x="11103228" y="4754880"/>
                  </a:lnTo>
                  <a:lnTo>
                    <a:pt x="11103228" y="4763389"/>
                  </a:lnTo>
                  <a:lnTo>
                    <a:pt x="11094720" y="476338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69047" y="2456183"/>
            <a:ext cx="8346443" cy="720347"/>
            <a:chOff x="0" y="0"/>
            <a:chExt cx="11128591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094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28501" cy="960376"/>
            </a:xfrm>
            <a:custGeom>
              <a:avLst/>
              <a:gdLst/>
              <a:ahLst/>
              <a:cxnLst/>
              <a:rect r="r" b="b" t="t" l="l"/>
              <a:pathLst>
                <a:path h="96037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43483"/>
                  </a:lnTo>
                  <a:cubicBezTo>
                    <a:pt x="11128501" y="952881"/>
                    <a:pt x="11120882" y="960374"/>
                    <a:pt x="111116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11611" y="926592"/>
                  </a:lnTo>
                  <a:lnTo>
                    <a:pt x="11111611" y="943483"/>
                  </a:lnTo>
                  <a:lnTo>
                    <a:pt x="11094720" y="9434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64624" y="2468880"/>
            <a:ext cx="731520" cy="694944"/>
            <a:chOff x="0" y="0"/>
            <a:chExt cx="97536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387584" y="2468880"/>
            <a:ext cx="6309360" cy="694944"/>
            <a:chOff x="0" y="0"/>
            <a:chExt cx="84124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926592"/>
            </a:xfrm>
            <a:custGeom>
              <a:avLst/>
              <a:gdLst/>
              <a:ahLst/>
              <a:cxnLst/>
              <a:rect r="r" b="b" t="t" l="l"/>
              <a:pathLst>
                <a:path h="92659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412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Instructor Post-Class Insight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190471" y="2584199"/>
            <a:ext cx="1342139" cy="427739"/>
            <a:chOff x="0" y="0"/>
            <a:chExt cx="1789519" cy="5703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89430" cy="570232"/>
            </a:xfrm>
            <a:custGeom>
              <a:avLst/>
              <a:gdLst/>
              <a:ahLst/>
              <a:cxnLst/>
              <a:rect r="r" b="b" t="t" l="l"/>
              <a:pathLst>
                <a:path h="570232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553339"/>
                  </a:lnTo>
                  <a:cubicBezTo>
                    <a:pt x="1789430" y="562737"/>
                    <a:pt x="1781810" y="570230"/>
                    <a:pt x="177253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772539" y="536448"/>
                  </a:lnTo>
                  <a:lnTo>
                    <a:pt x="1772539" y="553339"/>
                  </a:lnTo>
                  <a:lnTo>
                    <a:pt x="1755648" y="553339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203168" y="2596896"/>
            <a:ext cx="1316736" cy="402336"/>
            <a:chOff x="0" y="0"/>
            <a:chExt cx="1755648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556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Instructor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0" y="3310128"/>
            <a:ext cx="7882128" cy="2596896"/>
            <a:chOff x="0" y="0"/>
            <a:chExt cx="10509504" cy="34625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509504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1" r="0" b="-91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509504" cy="3500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Meera's Friday inbox has a docx: 23 of 60 students asked doubts about 'Deadlock detection' this week. She re-teaches it Monday. Without EduClaw, she'd learn this only after mid-sems.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3727" y="6266431"/>
            <a:ext cx="8333737" cy="3578857"/>
            <a:chOff x="0" y="0"/>
            <a:chExt cx="11111649" cy="477180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11094719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111738" cy="4771898"/>
            </a:xfrm>
            <a:custGeom>
              <a:avLst/>
              <a:gdLst/>
              <a:ahLst/>
              <a:cxnLst/>
              <a:rect r="r" b="b" t="t" l="l"/>
              <a:pathLst>
                <a:path h="477189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4763389"/>
                  </a:lnTo>
                  <a:cubicBezTo>
                    <a:pt x="11111738" y="4768088"/>
                    <a:pt x="11107927" y="4771898"/>
                    <a:pt x="11103228" y="4771898"/>
                  </a:cubicBezTo>
                  <a:lnTo>
                    <a:pt x="8509" y="4771898"/>
                  </a:lnTo>
                  <a:cubicBezTo>
                    <a:pt x="3810" y="4771898"/>
                    <a:pt x="0" y="4768088"/>
                    <a:pt x="0" y="4763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763389"/>
                  </a:lnTo>
                  <a:lnTo>
                    <a:pt x="8509" y="4763389"/>
                  </a:lnTo>
                  <a:lnTo>
                    <a:pt x="8509" y="4754880"/>
                  </a:lnTo>
                  <a:lnTo>
                    <a:pt x="11103228" y="4754880"/>
                  </a:lnTo>
                  <a:lnTo>
                    <a:pt x="11103228" y="4763389"/>
                  </a:lnTo>
                  <a:lnTo>
                    <a:pt x="11094720" y="476338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27383" y="6260087"/>
            <a:ext cx="8346443" cy="720347"/>
            <a:chOff x="0" y="0"/>
            <a:chExt cx="11128591" cy="9604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1094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28501" cy="960376"/>
            </a:xfrm>
            <a:custGeom>
              <a:avLst/>
              <a:gdLst/>
              <a:ahLst/>
              <a:cxnLst/>
              <a:rect r="r" b="b" t="t" l="l"/>
              <a:pathLst>
                <a:path h="96037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43483"/>
                  </a:lnTo>
                  <a:cubicBezTo>
                    <a:pt x="11128501" y="952881"/>
                    <a:pt x="11120882" y="960374"/>
                    <a:pt x="111116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11611" y="926592"/>
                  </a:lnTo>
                  <a:lnTo>
                    <a:pt x="11111611" y="943483"/>
                  </a:lnTo>
                  <a:lnTo>
                    <a:pt x="11094720" y="9434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6272784"/>
            <a:ext cx="731520" cy="694944"/>
            <a:chOff x="0" y="0"/>
            <a:chExt cx="97536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45920" y="6272784"/>
            <a:ext cx="6309360" cy="694944"/>
            <a:chOff x="0" y="0"/>
            <a:chExt cx="841248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12480" cy="926592"/>
            </a:xfrm>
            <a:custGeom>
              <a:avLst/>
              <a:gdLst/>
              <a:ahLst/>
              <a:cxnLst/>
              <a:rect r="r" b="b" t="t" l="l"/>
              <a:pathLst>
                <a:path h="92659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412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Zero-Access Campus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448807" y="6388103"/>
            <a:ext cx="1342139" cy="427739"/>
            <a:chOff x="0" y="0"/>
            <a:chExt cx="1789519" cy="5703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789430" cy="570232"/>
            </a:xfrm>
            <a:custGeom>
              <a:avLst/>
              <a:gdLst/>
              <a:ahLst/>
              <a:cxnLst/>
              <a:rect r="r" b="b" t="t" l="l"/>
              <a:pathLst>
                <a:path h="570232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553339"/>
                  </a:lnTo>
                  <a:cubicBezTo>
                    <a:pt x="1789430" y="562737"/>
                    <a:pt x="1781810" y="570230"/>
                    <a:pt x="177253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772539" y="536448"/>
                  </a:lnTo>
                  <a:lnTo>
                    <a:pt x="1772539" y="553339"/>
                  </a:lnTo>
                  <a:lnTo>
                    <a:pt x="1755648" y="553339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461504" y="6400800"/>
            <a:ext cx="1316736" cy="402336"/>
            <a:chOff x="0" y="0"/>
            <a:chExt cx="1755648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7556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59536" y="7114032"/>
            <a:ext cx="7882128" cy="2596896"/>
            <a:chOff x="0" y="0"/>
            <a:chExt cx="10509504" cy="34625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509504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1" r="0" b="-91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509504" cy="3500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tier-3 college has no LMS, no servers. Faculty drops PDFs into a Google Drive folder. EduClaw watches the folder, ingests them, and starts serving 200 students on WhatsApp — infrastructure cost: ₹0.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75391" y="6266431"/>
            <a:ext cx="8333737" cy="3578857"/>
            <a:chOff x="0" y="0"/>
            <a:chExt cx="11111649" cy="477180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11094719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19">
                  <a:moveTo>
                    <a:pt x="0" y="0"/>
                  </a:moveTo>
                  <a:lnTo>
                    <a:pt x="11094719" y="0"/>
                  </a:lnTo>
                  <a:lnTo>
                    <a:pt x="11094719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111738" cy="4771898"/>
            </a:xfrm>
            <a:custGeom>
              <a:avLst/>
              <a:gdLst/>
              <a:ahLst/>
              <a:cxnLst/>
              <a:rect r="r" b="b" t="t" l="l"/>
              <a:pathLst>
                <a:path h="4771898" w="11111738">
                  <a:moveTo>
                    <a:pt x="8509" y="0"/>
                  </a:moveTo>
                  <a:lnTo>
                    <a:pt x="11103228" y="0"/>
                  </a:lnTo>
                  <a:cubicBezTo>
                    <a:pt x="11107927" y="0"/>
                    <a:pt x="11111738" y="3810"/>
                    <a:pt x="11111738" y="8509"/>
                  </a:cubicBezTo>
                  <a:lnTo>
                    <a:pt x="11111738" y="4763389"/>
                  </a:lnTo>
                  <a:cubicBezTo>
                    <a:pt x="11111738" y="4768088"/>
                    <a:pt x="11107927" y="4771898"/>
                    <a:pt x="11103228" y="4771898"/>
                  </a:cubicBezTo>
                  <a:lnTo>
                    <a:pt x="8509" y="4771898"/>
                  </a:lnTo>
                  <a:cubicBezTo>
                    <a:pt x="3810" y="4771898"/>
                    <a:pt x="0" y="4768088"/>
                    <a:pt x="0" y="4763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763389"/>
                  </a:lnTo>
                  <a:lnTo>
                    <a:pt x="8509" y="4763389"/>
                  </a:lnTo>
                  <a:lnTo>
                    <a:pt x="8509" y="4754880"/>
                  </a:lnTo>
                  <a:lnTo>
                    <a:pt x="11103228" y="4754880"/>
                  </a:lnTo>
                  <a:lnTo>
                    <a:pt x="11103228" y="4763389"/>
                  </a:lnTo>
                  <a:lnTo>
                    <a:pt x="11094720" y="4763389"/>
                  </a:lnTo>
                  <a:lnTo>
                    <a:pt x="11094720" y="8509"/>
                  </a:lnTo>
                  <a:lnTo>
                    <a:pt x="11103228" y="8509"/>
                  </a:lnTo>
                  <a:lnTo>
                    <a:pt x="11103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369047" y="6260087"/>
            <a:ext cx="8346443" cy="720347"/>
            <a:chOff x="0" y="0"/>
            <a:chExt cx="11128591" cy="96046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094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5C35A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128501" cy="960376"/>
            </a:xfrm>
            <a:custGeom>
              <a:avLst/>
              <a:gdLst/>
              <a:ahLst/>
              <a:cxnLst/>
              <a:rect r="r" b="b" t="t" l="l"/>
              <a:pathLst>
                <a:path h="96037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43483"/>
                  </a:lnTo>
                  <a:cubicBezTo>
                    <a:pt x="11128501" y="952881"/>
                    <a:pt x="11120882" y="960374"/>
                    <a:pt x="111116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111611" y="926592"/>
                  </a:lnTo>
                  <a:lnTo>
                    <a:pt x="11111611" y="943483"/>
                  </a:lnTo>
                  <a:lnTo>
                    <a:pt x="11094720" y="9434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C35A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564624" y="6272784"/>
            <a:ext cx="731520" cy="694944"/>
            <a:chOff x="0" y="0"/>
            <a:chExt cx="97536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387584" y="6272784"/>
            <a:ext cx="6309360" cy="694944"/>
            <a:chOff x="0" y="0"/>
            <a:chExt cx="841248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412480" cy="926592"/>
            </a:xfrm>
            <a:custGeom>
              <a:avLst/>
              <a:gdLst/>
              <a:ahLst/>
              <a:cxnLst/>
              <a:rect r="r" b="b" t="t" l="l"/>
              <a:pathLst>
                <a:path h="92659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412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Review Prep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190471" y="6388103"/>
            <a:ext cx="1342139" cy="427739"/>
            <a:chOff x="0" y="0"/>
            <a:chExt cx="1789519" cy="57031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789430" cy="570232"/>
            </a:xfrm>
            <a:custGeom>
              <a:avLst/>
              <a:gdLst/>
              <a:ahLst/>
              <a:cxnLst/>
              <a:rect r="r" b="b" t="t" l="l"/>
              <a:pathLst>
                <a:path h="570232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553339"/>
                  </a:lnTo>
                  <a:cubicBezTo>
                    <a:pt x="1789430" y="562737"/>
                    <a:pt x="1781810" y="570230"/>
                    <a:pt x="177253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772539" y="536448"/>
                  </a:lnTo>
                  <a:lnTo>
                    <a:pt x="1772539" y="553339"/>
                  </a:lnTo>
                  <a:lnTo>
                    <a:pt x="1755648" y="553339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6203168" y="6400800"/>
            <a:ext cx="1316736" cy="402336"/>
            <a:chOff x="0" y="0"/>
            <a:chExt cx="1755648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55648" cy="536448"/>
            </a:xfrm>
            <a:custGeom>
              <a:avLst/>
              <a:gdLst/>
              <a:ahLst/>
              <a:cxnLst/>
              <a:rect r="r" b="b" t="t" l="l"/>
              <a:pathLst>
                <a:path h="5364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7556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World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01200" y="7114032"/>
            <a:ext cx="7882128" cy="2596896"/>
            <a:chOff x="0" y="0"/>
            <a:chExt cx="10509504" cy="346252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509504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1" r="0" b="-914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509504" cy="3500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student team has a Samsung PRISM review tomorrow. EduClaw reads their submitted PDF at night, generates 5 likely questions, and pushes them at 8 AM. The team walks in prepared.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33727" y="9539983"/>
            <a:ext cx="17020537" cy="561337"/>
            <a:chOff x="0" y="0"/>
            <a:chExt cx="22694049" cy="74844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3F6F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694137" cy="748538"/>
            </a:xfrm>
            <a:custGeom>
              <a:avLst/>
              <a:gdLst/>
              <a:ahLst/>
              <a:cxnLst/>
              <a:rect r="r" b="b" t="t" l="l"/>
              <a:pathLst>
                <a:path h="748538" w="22694137">
                  <a:moveTo>
                    <a:pt x="8509" y="0"/>
                  </a:moveTo>
                  <a:lnTo>
                    <a:pt x="22685629" y="0"/>
                  </a:lnTo>
                  <a:cubicBezTo>
                    <a:pt x="22690328" y="0"/>
                    <a:pt x="22694137" y="3810"/>
                    <a:pt x="22694137" y="8509"/>
                  </a:cubicBezTo>
                  <a:lnTo>
                    <a:pt x="22694137" y="740029"/>
                  </a:lnTo>
                  <a:cubicBezTo>
                    <a:pt x="22694137" y="744728"/>
                    <a:pt x="22690328" y="748538"/>
                    <a:pt x="2268562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685629" y="731520"/>
                  </a:lnTo>
                  <a:lnTo>
                    <a:pt x="22685629" y="740029"/>
                  </a:lnTo>
                  <a:lnTo>
                    <a:pt x="22677120" y="740029"/>
                  </a:lnTo>
                  <a:lnTo>
                    <a:pt x="22677120" y="8509"/>
                  </a:lnTo>
                  <a:lnTo>
                    <a:pt x="22685629" y="8509"/>
                  </a:lnTo>
                  <a:lnTo>
                    <a:pt x="22685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2B5C7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14400" y="9546336"/>
            <a:ext cx="16459200" cy="548640"/>
            <a:chOff x="0" y="0"/>
            <a:chExt cx="2194560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7E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 Potential:  </a:t>
              </a: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OpenClaw instance → 1 department (100+ students).  Multi-instance → entire university.  Samsung Galaxy AI worklet → on-device, zero latency.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0327" y="2035369"/>
            <a:ext cx="5475227" cy="4597403"/>
            <a:chOff x="0" y="0"/>
            <a:chExt cx="7300303" cy="6129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266432" cy="6096000"/>
            </a:xfrm>
            <a:custGeom>
              <a:avLst/>
              <a:gdLst/>
              <a:ahLst/>
              <a:cxnLst/>
              <a:rect r="r" b="b" t="t" l="l"/>
              <a:pathLst>
                <a:path h="609600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00214" cy="6129782"/>
            </a:xfrm>
            <a:custGeom>
              <a:avLst/>
              <a:gdLst/>
              <a:ahLst/>
              <a:cxnLst/>
              <a:rect r="r" b="b" t="t" l="l"/>
              <a:pathLst>
                <a:path h="6129782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6112891"/>
                  </a:lnTo>
                  <a:cubicBezTo>
                    <a:pt x="7300214" y="6122289"/>
                    <a:pt x="7292594" y="6129782"/>
                    <a:pt x="7283323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7283323" y="6096000"/>
                  </a:lnTo>
                  <a:lnTo>
                    <a:pt x="7283323" y="6112891"/>
                  </a:lnTo>
                  <a:lnTo>
                    <a:pt x="7266432" y="6112891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85159" y="2364553"/>
            <a:ext cx="1305563" cy="1305563"/>
            <a:chOff x="0" y="0"/>
            <a:chExt cx="1740751" cy="17407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1706880"/>
                  </a:lnTo>
                </a:path>
              </a:pathLst>
            </a:custGeom>
            <a:solidFill>
              <a:srgbClr val="00E5FF">
                <a:alpha val="588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953" y="4953"/>
              <a:ext cx="1730883" cy="1730883"/>
            </a:xfrm>
            <a:custGeom>
              <a:avLst/>
              <a:gdLst/>
              <a:ahLst/>
              <a:cxnLst/>
              <a:rect r="r" b="b" t="t" l="l"/>
              <a:pathLst>
                <a:path h="1730883" w="1730883">
                  <a:moveTo>
                    <a:pt x="24003" y="0"/>
                  </a:moveTo>
                  <a:lnTo>
                    <a:pt x="1730883" y="1706880"/>
                  </a:lnTo>
                  <a:lnTo>
                    <a:pt x="1706880" y="173088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90464" y="2669858"/>
            <a:ext cx="694944" cy="694944"/>
            <a:chOff x="0" y="0"/>
            <a:chExt cx="926592" cy="92659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32480" y="3968306"/>
            <a:ext cx="5010912" cy="658368"/>
            <a:chOff x="0" y="0"/>
            <a:chExt cx="6681216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81216" cy="877824"/>
            </a:xfrm>
            <a:custGeom>
              <a:avLst/>
              <a:gdLst/>
              <a:ahLst/>
              <a:cxnLst/>
              <a:rect r="r" b="b" t="t" l="l"/>
              <a:pathLst>
                <a:path h="877824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302" r="0" b="-9830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81216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Friction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32480" y="4718114"/>
            <a:ext cx="5010912" cy="1828800"/>
            <a:chOff x="0" y="0"/>
            <a:chExt cx="6681216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81216" cy="2438400"/>
            </a:xfrm>
            <a:custGeom>
              <a:avLst/>
              <a:gdLst/>
              <a:ahLst/>
              <a:cxnLst/>
              <a:rect r="r" b="b" t="t" l="l"/>
              <a:pathLst>
                <a:path h="2438400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9" r="0" b="-33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681216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Telegram-native. No app downloads, no new passwords, no onboarding friction. If the student has Telegram, they have EduClaw.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15911" y="2035369"/>
            <a:ext cx="5475227" cy="4597403"/>
            <a:chOff x="0" y="0"/>
            <a:chExt cx="7300303" cy="61298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7266432" cy="6096000"/>
            </a:xfrm>
            <a:custGeom>
              <a:avLst/>
              <a:gdLst/>
              <a:ahLst/>
              <a:cxnLst/>
              <a:rect r="r" b="b" t="t" l="l"/>
              <a:pathLst>
                <a:path h="609600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00214" cy="6129782"/>
            </a:xfrm>
            <a:custGeom>
              <a:avLst/>
              <a:gdLst/>
              <a:ahLst/>
              <a:cxnLst/>
              <a:rect r="r" b="b" t="t" l="l"/>
              <a:pathLst>
                <a:path h="6129782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6112891"/>
                  </a:lnTo>
                  <a:cubicBezTo>
                    <a:pt x="7300214" y="6122289"/>
                    <a:pt x="7292594" y="6129782"/>
                    <a:pt x="7283323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7283323" y="6096000"/>
                  </a:lnTo>
                  <a:lnTo>
                    <a:pt x="7283323" y="6112891"/>
                  </a:lnTo>
                  <a:lnTo>
                    <a:pt x="7266432" y="6112891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500743" y="2364553"/>
            <a:ext cx="1305563" cy="1305563"/>
            <a:chOff x="0" y="0"/>
            <a:chExt cx="1740751" cy="17407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1706880"/>
                  </a:lnTo>
                </a:path>
              </a:pathLst>
            </a:custGeom>
            <a:solidFill>
              <a:srgbClr val="A855F7">
                <a:alpha val="5882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953" y="4953"/>
              <a:ext cx="1730883" cy="1730883"/>
            </a:xfrm>
            <a:custGeom>
              <a:avLst/>
              <a:gdLst/>
              <a:ahLst/>
              <a:cxnLst/>
              <a:rect r="r" b="b" t="t" l="l"/>
              <a:pathLst>
                <a:path h="1730883" w="1730883">
                  <a:moveTo>
                    <a:pt x="24003" y="0"/>
                  </a:moveTo>
                  <a:lnTo>
                    <a:pt x="1730883" y="1706880"/>
                  </a:lnTo>
                  <a:lnTo>
                    <a:pt x="1706880" y="173088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06048" y="2669858"/>
            <a:ext cx="694944" cy="694944"/>
            <a:chOff x="0" y="0"/>
            <a:chExt cx="926592" cy="92659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648064" y="3968306"/>
            <a:ext cx="5010912" cy="658368"/>
            <a:chOff x="0" y="0"/>
            <a:chExt cx="6681216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81216" cy="877824"/>
            </a:xfrm>
            <a:custGeom>
              <a:avLst/>
              <a:gdLst/>
              <a:ahLst/>
              <a:cxnLst/>
              <a:rect r="r" b="b" t="t" l="l"/>
              <a:pathLst>
                <a:path h="877824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302" r="0" b="-9830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681216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Context-Strict Accuracy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48064" y="4718114"/>
            <a:ext cx="5010912" cy="1828800"/>
            <a:chOff x="0" y="0"/>
            <a:chExt cx="6681216" cy="2438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81216" cy="2438400"/>
            </a:xfrm>
            <a:custGeom>
              <a:avLst/>
              <a:gdLst/>
              <a:ahLst/>
              <a:cxnLst/>
              <a:rect r="r" b="b" t="t" l="l"/>
              <a:pathLst>
                <a:path h="2438400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9" r="0" b="-33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681216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EduClaw ONLY answers from uploaded course notes using retrieval-augmented prompts. It cannot hallucinate about topics not in the KB. Accuracy = trust.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31495" y="2035369"/>
            <a:ext cx="5475227" cy="4597403"/>
            <a:chOff x="0" y="0"/>
            <a:chExt cx="7300303" cy="61298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266432" cy="6096000"/>
            </a:xfrm>
            <a:custGeom>
              <a:avLst/>
              <a:gdLst/>
              <a:ahLst/>
              <a:cxnLst/>
              <a:rect r="r" b="b" t="t" l="l"/>
              <a:pathLst>
                <a:path h="609600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00214" cy="6129782"/>
            </a:xfrm>
            <a:custGeom>
              <a:avLst/>
              <a:gdLst/>
              <a:ahLst/>
              <a:cxnLst/>
              <a:rect r="r" b="b" t="t" l="l"/>
              <a:pathLst>
                <a:path h="6129782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6112891"/>
                  </a:lnTo>
                  <a:cubicBezTo>
                    <a:pt x="7300214" y="6122289"/>
                    <a:pt x="7292594" y="6129782"/>
                    <a:pt x="7283323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7283323" y="6096000"/>
                  </a:lnTo>
                  <a:lnTo>
                    <a:pt x="7283323" y="6112891"/>
                  </a:lnTo>
                  <a:lnTo>
                    <a:pt x="7266432" y="6112891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316327" y="2364553"/>
            <a:ext cx="1305563" cy="1305563"/>
            <a:chOff x="0" y="0"/>
            <a:chExt cx="1740751" cy="17407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1706880"/>
                  </a:lnTo>
                </a:path>
              </a:pathLst>
            </a:custGeom>
            <a:solidFill>
              <a:srgbClr val="FFB547">
                <a:alpha val="5882"/>
              </a:srgbClr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4953" y="4953"/>
              <a:ext cx="1730883" cy="1730883"/>
            </a:xfrm>
            <a:custGeom>
              <a:avLst/>
              <a:gdLst/>
              <a:ahLst/>
              <a:cxnLst/>
              <a:rect r="r" b="b" t="t" l="l"/>
              <a:pathLst>
                <a:path h="1730883" w="1730883">
                  <a:moveTo>
                    <a:pt x="24003" y="0"/>
                  </a:moveTo>
                  <a:lnTo>
                    <a:pt x="1730883" y="1706880"/>
                  </a:lnTo>
                  <a:lnTo>
                    <a:pt x="1706880" y="173088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FFB54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621632" y="2669858"/>
            <a:ext cx="694944" cy="694944"/>
            <a:chOff x="0" y="0"/>
            <a:chExt cx="926592" cy="92659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63648" y="3968306"/>
            <a:ext cx="5010912" cy="658368"/>
            <a:chOff x="0" y="0"/>
            <a:chExt cx="6681216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81216" cy="877824"/>
            </a:xfrm>
            <a:custGeom>
              <a:avLst/>
              <a:gdLst/>
              <a:ahLst/>
              <a:cxnLst/>
              <a:rect r="r" b="b" t="t" l="l"/>
              <a:pathLst>
                <a:path h="877824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302" r="0" b="-9830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681216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Habit-Layer Integration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63648" y="4718114"/>
            <a:ext cx="5010912" cy="1828800"/>
            <a:chOff x="0" y="0"/>
            <a:chExt cx="6681216" cy="2438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81216" cy="2438400"/>
            </a:xfrm>
            <a:custGeom>
              <a:avLst/>
              <a:gdLst/>
              <a:ahLst/>
              <a:cxnLst/>
              <a:rect r="r" b="b" t="t" l="l"/>
              <a:pathLst>
                <a:path h="2438400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9" r="0" b="-33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681216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into the daily messaging habit. HEARTBEAT.md fires quizzes and digests automatically — the student doesn't have to remember to study.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7947" y="6852733"/>
            <a:ext cx="5785110" cy="595379"/>
            <a:chOff x="0" y="0"/>
            <a:chExt cx="7713480" cy="7938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498" y="6731"/>
              <a:ext cx="7696371" cy="780288"/>
            </a:xfrm>
            <a:custGeom>
              <a:avLst/>
              <a:gdLst/>
              <a:ahLst/>
              <a:cxnLst/>
              <a:rect r="r" b="b" t="t" l="l"/>
              <a:pathLst>
                <a:path h="780288" w="7696371">
                  <a:moveTo>
                    <a:pt x="0" y="0"/>
                  </a:moveTo>
                  <a:lnTo>
                    <a:pt x="7696371" y="0"/>
                  </a:lnTo>
                  <a:lnTo>
                    <a:pt x="769637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713367" cy="793750"/>
            </a:xfrm>
            <a:custGeom>
              <a:avLst/>
              <a:gdLst/>
              <a:ahLst/>
              <a:cxnLst/>
              <a:rect r="r" b="b" t="t" l="l"/>
              <a:pathLst>
                <a:path h="793750" w="7713367">
                  <a:moveTo>
                    <a:pt x="8498" y="0"/>
                  </a:moveTo>
                  <a:lnTo>
                    <a:pt x="7704869" y="0"/>
                  </a:lnTo>
                  <a:cubicBezTo>
                    <a:pt x="7709519" y="0"/>
                    <a:pt x="7713367" y="3048"/>
                    <a:pt x="7713367" y="6731"/>
                  </a:cubicBezTo>
                  <a:lnTo>
                    <a:pt x="7713367" y="787019"/>
                  </a:lnTo>
                  <a:cubicBezTo>
                    <a:pt x="7713367" y="790702"/>
                    <a:pt x="7709519" y="793750"/>
                    <a:pt x="7704869" y="793750"/>
                  </a:cubicBezTo>
                  <a:lnTo>
                    <a:pt x="8498" y="793750"/>
                  </a:lnTo>
                  <a:cubicBezTo>
                    <a:pt x="3848" y="793750"/>
                    <a:pt x="0" y="790702"/>
                    <a:pt x="0" y="787019"/>
                  </a:cubicBezTo>
                  <a:lnTo>
                    <a:pt x="0" y="6731"/>
                  </a:lnTo>
                  <a:cubicBezTo>
                    <a:pt x="0" y="3048"/>
                    <a:pt x="3848" y="0"/>
                    <a:pt x="8498" y="0"/>
                  </a:cubicBezTo>
                  <a:moveTo>
                    <a:pt x="8498" y="13589"/>
                  </a:moveTo>
                  <a:lnTo>
                    <a:pt x="8498" y="6731"/>
                  </a:lnTo>
                  <a:lnTo>
                    <a:pt x="16996" y="6731"/>
                  </a:lnTo>
                  <a:lnTo>
                    <a:pt x="16996" y="787019"/>
                  </a:lnTo>
                  <a:lnTo>
                    <a:pt x="8498" y="787019"/>
                  </a:lnTo>
                  <a:lnTo>
                    <a:pt x="8498" y="780288"/>
                  </a:lnTo>
                  <a:lnTo>
                    <a:pt x="7704869" y="780288"/>
                  </a:lnTo>
                  <a:lnTo>
                    <a:pt x="7704869" y="787019"/>
                  </a:lnTo>
                  <a:lnTo>
                    <a:pt x="7696371" y="787019"/>
                  </a:lnTo>
                  <a:lnTo>
                    <a:pt x="7696371" y="6731"/>
                  </a:lnTo>
                  <a:lnTo>
                    <a:pt x="7704869" y="6731"/>
                  </a:lnTo>
                  <a:lnTo>
                    <a:pt x="7704869" y="13462"/>
                  </a:lnTo>
                  <a:lnTo>
                    <a:pt x="8498" y="13462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99070" y="6857810"/>
            <a:ext cx="5541387" cy="585216"/>
            <a:chOff x="0" y="0"/>
            <a:chExt cx="7388516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88516" cy="780288"/>
            </a:xfrm>
            <a:custGeom>
              <a:avLst/>
              <a:gdLst/>
              <a:ahLst/>
              <a:cxnLst/>
              <a:rect r="r" b="b" t="t" l="l"/>
              <a:pathLst>
                <a:path h="780288" w="7388516">
                  <a:moveTo>
                    <a:pt x="0" y="0"/>
                  </a:moveTo>
                  <a:lnTo>
                    <a:pt x="7388516" y="0"/>
                  </a:lnTo>
                  <a:lnTo>
                    <a:pt x="738851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20793" b="-961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38851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80226" y="6852733"/>
            <a:ext cx="3937981" cy="595379"/>
            <a:chOff x="0" y="0"/>
            <a:chExt cx="5250641" cy="7938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498" y="6731"/>
              <a:ext cx="5233532" cy="780288"/>
            </a:xfrm>
            <a:custGeom>
              <a:avLst/>
              <a:gdLst/>
              <a:ahLst/>
              <a:cxnLst/>
              <a:rect r="r" b="b" t="t" l="l"/>
              <a:pathLst>
                <a:path h="780288" w="5233532">
                  <a:moveTo>
                    <a:pt x="0" y="0"/>
                  </a:moveTo>
                  <a:lnTo>
                    <a:pt x="5233532" y="0"/>
                  </a:lnTo>
                  <a:lnTo>
                    <a:pt x="5233532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50528" cy="793750"/>
            </a:xfrm>
            <a:custGeom>
              <a:avLst/>
              <a:gdLst/>
              <a:ahLst/>
              <a:cxnLst/>
              <a:rect r="r" b="b" t="t" l="l"/>
              <a:pathLst>
                <a:path h="793750" w="5250528">
                  <a:moveTo>
                    <a:pt x="8498" y="0"/>
                  </a:moveTo>
                  <a:lnTo>
                    <a:pt x="5242030" y="0"/>
                  </a:lnTo>
                  <a:cubicBezTo>
                    <a:pt x="5246681" y="0"/>
                    <a:pt x="5250528" y="3048"/>
                    <a:pt x="5250528" y="6731"/>
                  </a:cubicBezTo>
                  <a:lnTo>
                    <a:pt x="5250528" y="787019"/>
                  </a:lnTo>
                  <a:cubicBezTo>
                    <a:pt x="5250528" y="790702"/>
                    <a:pt x="5246681" y="793750"/>
                    <a:pt x="5242030" y="793750"/>
                  </a:cubicBezTo>
                  <a:lnTo>
                    <a:pt x="8498" y="793750"/>
                  </a:lnTo>
                  <a:cubicBezTo>
                    <a:pt x="3848" y="793750"/>
                    <a:pt x="0" y="790702"/>
                    <a:pt x="0" y="787019"/>
                  </a:cubicBezTo>
                  <a:lnTo>
                    <a:pt x="0" y="6731"/>
                  </a:lnTo>
                  <a:cubicBezTo>
                    <a:pt x="0" y="3048"/>
                    <a:pt x="3848" y="0"/>
                    <a:pt x="8498" y="0"/>
                  </a:cubicBezTo>
                  <a:moveTo>
                    <a:pt x="8498" y="13589"/>
                  </a:moveTo>
                  <a:lnTo>
                    <a:pt x="8498" y="6731"/>
                  </a:lnTo>
                  <a:lnTo>
                    <a:pt x="16996" y="6731"/>
                  </a:lnTo>
                  <a:lnTo>
                    <a:pt x="16996" y="787019"/>
                  </a:lnTo>
                  <a:lnTo>
                    <a:pt x="8498" y="787019"/>
                  </a:lnTo>
                  <a:lnTo>
                    <a:pt x="8498" y="780288"/>
                  </a:lnTo>
                  <a:lnTo>
                    <a:pt x="5242030" y="780288"/>
                  </a:lnTo>
                  <a:lnTo>
                    <a:pt x="5242030" y="787019"/>
                  </a:lnTo>
                  <a:lnTo>
                    <a:pt x="5233532" y="787019"/>
                  </a:lnTo>
                  <a:lnTo>
                    <a:pt x="5233532" y="6731"/>
                  </a:lnTo>
                  <a:lnTo>
                    <a:pt x="5242030" y="6731"/>
                  </a:lnTo>
                  <a:lnTo>
                    <a:pt x="5242030" y="13462"/>
                  </a:lnTo>
                  <a:lnTo>
                    <a:pt x="8498" y="13462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571348" y="6857810"/>
            <a:ext cx="3694258" cy="585216"/>
            <a:chOff x="0" y="0"/>
            <a:chExt cx="4925678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2567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20793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92567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Moodle / Canvas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305375" y="6852733"/>
            <a:ext cx="3707089" cy="595379"/>
            <a:chOff x="0" y="0"/>
            <a:chExt cx="4942786" cy="7938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498" y="6731"/>
              <a:ext cx="492567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42674" cy="793750"/>
            </a:xfrm>
            <a:custGeom>
              <a:avLst/>
              <a:gdLst/>
              <a:ahLst/>
              <a:cxnLst/>
              <a:rect r="r" b="b" t="t" l="l"/>
              <a:pathLst>
                <a:path h="793750" w="4942674">
                  <a:moveTo>
                    <a:pt x="8498" y="0"/>
                  </a:moveTo>
                  <a:lnTo>
                    <a:pt x="4934176" y="0"/>
                  </a:lnTo>
                  <a:cubicBezTo>
                    <a:pt x="4938826" y="0"/>
                    <a:pt x="4942674" y="3048"/>
                    <a:pt x="4942674" y="6731"/>
                  </a:cubicBezTo>
                  <a:lnTo>
                    <a:pt x="4942674" y="787019"/>
                  </a:lnTo>
                  <a:cubicBezTo>
                    <a:pt x="4942674" y="790702"/>
                    <a:pt x="4938826" y="793750"/>
                    <a:pt x="4934176" y="793750"/>
                  </a:cubicBezTo>
                  <a:lnTo>
                    <a:pt x="8498" y="793750"/>
                  </a:lnTo>
                  <a:cubicBezTo>
                    <a:pt x="3848" y="793750"/>
                    <a:pt x="0" y="790702"/>
                    <a:pt x="0" y="787019"/>
                  </a:cubicBezTo>
                  <a:lnTo>
                    <a:pt x="0" y="6731"/>
                  </a:lnTo>
                  <a:cubicBezTo>
                    <a:pt x="0" y="3048"/>
                    <a:pt x="3848" y="0"/>
                    <a:pt x="8498" y="0"/>
                  </a:cubicBezTo>
                  <a:moveTo>
                    <a:pt x="8498" y="13589"/>
                  </a:moveTo>
                  <a:lnTo>
                    <a:pt x="8498" y="6731"/>
                  </a:lnTo>
                  <a:lnTo>
                    <a:pt x="16996" y="6731"/>
                  </a:lnTo>
                  <a:lnTo>
                    <a:pt x="16996" y="787019"/>
                  </a:lnTo>
                  <a:lnTo>
                    <a:pt x="8498" y="787019"/>
                  </a:lnTo>
                  <a:lnTo>
                    <a:pt x="8498" y="780288"/>
                  </a:lnTo>
                  <a:lnTo>
                    <a:pt x="4934176" y="780288"/>
                  </a:lnTo>
                  <a:lnTo>
                    <a:pt x="4934176" y="787019"/>
                  </a:lnTo>
                  <a:lnTo>
                    <a:pt x="4925678" y="787019"/>
                  </a:lnTo>
                  <a:lnTo>
                    <a:pt x="4925678" y="6731"/>
                  </a:lnTo>
                  <a:lnTo>
                    <a:pt x="4934176" y="6731"/>
                  </a:lnTo>
                  <a:lnTo>
                    <a:pt x="4934176" y="13462"/>
                  </a:lnTo>
                  <a:lnTo>
                    <a:pt x="8498" y="13462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496498" y="6857810"/>
            <a:ext cx="3463367" cy="585216"/>
            <a:chOff x="0" y="0"/>
            <a:chExt cx="4617823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17823" cy="780288"/>
            </a:xfrm>
            <a:custGeom>
              <a:avLst/>
              <a:gdLst/>
              <a:ahLst/>
              <a:cxnLst/>
              <a:rect r="r" b="b" t="t" l="l"/>
              <a:pathLst>
                <a:path h="780288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20793" b="-4133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617823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ChatGPT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999633" y="6852733"/>
            <a:ext cx="3707089" cy="595379"/>
            <a:chOff x="0" y="0"/>
            <a:chExt cx="4942786" cy="79383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498" y="6731"/>
              <a:ext cx="492567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942674" cy="793750"/>
            </a:xfrm>
            <a:custGeom>
              <a:avLst/>
              <a:gdLst/>
              <a:ahLst/>
              <a:cxnLst/>
              <a:rect r="r" b="b" t="t" l="l"/>
              <a:pathLst>
                <a:path h="793750" w="4942674">
                  <a:moveTo>
                    <a:pt x="8498" y="0"/>
                  </a:moveTo>
                  <a:lnTo>
                    <a:pt x="4934176" y="0"/>
                  </a:lnTo>
                  <a:cubicBezTo>
                    <a:pt x="4938826" y="0"/>
                    <a:pt x="4942674" y="3048"/>
                    <a:pt x="4942674" y="6731"/>
                  </a:cubicBezTo>
                  <a:lnTo>
                    <a:pt x="4942674" y="787019"/>
                  </a:lnTo>
                  <a:cubicBezTo>
                    <a:pt x="4942674" y="790702"/>
                    <a:pt x="4938826" y="793750"/>
                    <a:pt x="4934176" y="793750"/>
                  </a:cubicBezTo>
                  <a:lnTo>
                    <a:pt x="8498" y="793750"/>
                  </a:lnTo>
                  <a:cubicBezTo>
                    <a:pt x="3848" y="793750"/>
                    <a:pt x="0" y="790702"/>
                    <a:pt x="0" y="787019"/>
                  </a:cubicBezTo>
                  <a:lnTo>
                    <a:pt x="0" y="6731"/>
                  </a:lnTo>
                  <a:cubicBezTo>
                    <a:pt x="0" y="3048"/>
                    <a:pt x="3848" y="0"/>
                    <a:pt x="8498" y="0"/>
                  </a:cubicBezTo>
                  <a:moveTo>
                    <a:pt x="8498" y="13589"/>
                  </a:moveTo>
                  <a:lnTo>
                    <a:pt x="8498" y="6731"/>
                  </a:lnTo>
                  <a:lnTo>
                    <a:pt x="16996" y="6731"/>
                  </a:lnTo>
                  <a:lnTo>
                    <a:pt x="16996" y="787019"/>
                  </a:lnTo>
                  <a:lnTo>
                    <a:pt x="8498" y="787019"/>
                  </a:lnTo>
                  <a:lnTo>
                    <a:pt x="8498" y="780288"/>
                  </a:lnTo>
                  <a:lnTo>
                    <a:pt x="4934176" y="780288"/>
                  </a:lnTo>
                  <a:lnTo>
                    <a:pt x="4934176" y="787019"/>
                  </a:lnTo>
                  <a:lnTo>
                    <a:pt x="4925678" y="787019"/>
                  </a:lnTo>
                  <a:lnTo>
                    <a:pt x="4925678" y="6731"/>
                  </a:lnTo>
                  <a:lnTo>
                    <a:pt x="4934176" y="6731"/>
                  </a:lnTo>
                  <a:lnTo>
                    <a:pt x="4934176" y="13462"/>
                  </a:lnTo>
                  <a:lnTo>
                    <a:pt x="8498" y="13462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190756" y="6857810"/>
            <a:ext cx="3463367" cy="585216"/>
            <a:chOff x="0" y="0"/>
            <a:chExt cx="4617823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17823" cy="780288"/>
            </a:xfrm>
            <a:custGeom>
              <a:avLst/>
              <a:gdLst/>
              <a:ahLst/>
              <a:cxnLst/>
              <a:rect r="r" b="b" t="t" l="l"/>
              <a:pathLst>
                <a:path h="780288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20793" b="-413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617823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8BA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EduClaw ✓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09547" y="7439216"/>
            <a:ext cx="5781899" cy="483108"/>
            <a:chOff x="0" y="0"/>
            <a:chExt cx="7709198" cy="6441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6414" y="5080"/>
              <a:ext cx="7696371" cy="633984"/>
            </a:xfrm>
            <a:custGeom>
              <a:avLst/>
              <a:gdLst/>
              <a:ahLst/>
              <a:cxnLst/>
              <a:rect r="r" b="b" t="t" l="l"/>
              <a:pathLst>
                <a:path h="633984" w="7696371">
                  <a:moveTo>
                    <a:pt x="0" y="0"/>
                  </a:moveTo>
                  <a:lnTo>
                    <a:pt x="7696371" y="0"/>
                  </a:lnTo>
                  <a:lnTo>
                    <a:pt x="769637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709198" cy="644144"/>
            </a:xfrm>
            <a:custGeom>
              <a:avLst/>
              <a:gdLst/>
              <a:ahLst/>
              <a:cxnLst/>
              <a:rect r="r" b="b" t="t" l="l"/>
              <a:pathLst>
                <a:path h="644144" w="7709198">
                  <a:moveTo>
                    <a:pt x="6414" y="0"/>
                  </a:moveTo>
                  <a:lnTo>
                    <a:pt x="7702785" y="0"/>
                  </a:lnTo>
                  <a:cubicBezTo>
                    <a:pt x="7706313" y="0"/>
                    <a:pt x="7709198" y="2286"/>
                    <a:pt x="7709198" y="5080"/>
                  </a:cubicBezTo>
                  <a:lnTo>
                    <a:pt x="7709198" y="639064"/>
                  </a:lnTo>
                  <a:cubicBezTo>
                    <a:pt x="7709198" y="641858"/>
                    <a:pt x="7706313" y="644144"/>
                    <a:pt x="7702785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7702785" y="633984"/>
                  </a:lnTo>
                  <a:lnTo>
                    <a:pt x="7702785" y="639064"/>
                  </a:lnTo>
                  <a:lnTo>
                    <a:pt x="7696371" y="639064"/>
                  </a:lnTo>
                  <a:lnTo>
                    <a:pt x="7696371" y="5080"/>
                  </a:lnTo>
                  <a:lnTo>
                    <a:pt x="7702785" y="5080"/>
                  </a:lnTo>
                  <a:lnTo>
                    <a:pt x="7702785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99070" y="7443026"/>
            <a:ext cx="5541387" cy="475488"/>
            <a:chOff x="0" y="0"/>
            <a:chExt cx="7388516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88516" cy="633984"/>
            </a:xfrm>
            <a:custGeom>
              <a:avLst/>
              <a:gdLst/>
              <a:ahLst/>
              <a:cxnLst/>
              <a:rect r="r" b="b" t="t" l="l"/>
              <a:pathLst>
                <a:path h="633984" w="7388516">
                  <a:moveTo>
                    <a:pt x="0" y="0"/>
                  </a:moveTo>
                  <a:lnTo>
                    <a:pt x="7388516" y="0"/>
                  </a:lnTo>
                  <a:lnTo>
                    <a:pt x="73885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20793" b="-12986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38851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Proactive push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81825" y="7439216"/>
            <a:ext cx="3934770" cy="483108"/>
            <a:chOff x="0" y="0"/>
            <a:chExt cx="5246360" cy="6441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6414" y="5080"/>
              <a:ext cx="5233532" cy="633984"/>
            </a:xfrm>
            <a:custGeom>
              <a:avLst/>
              <a:gdLst/>
              <a:ahLst/>
              <a:cxnLst/>
              <a:rect r="r" b="b" t="t" l="l"/>
              <a:pathLst>
                <a:path h="633984" w="5233532">
                  <a:moveTo>
                    <a:pt x="0" y="0"/>
                  </a:moveTo>
                  <a:lnTo>
                    <a:pt x="5233532" y="0"/>
                  </a:lnTo>
                  <a:lnTo>
                    <a:pt x="523353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46359" cy="644144"/>
            </a:xfrm>
            <a:custGeom>
              <a:avLst/>
              <a:gdLst/>
              <a:ahLst/>
              <a:cxnLst/>
              <a:rect r="r" b="b" t="t" l="l"/>
              <a:pathLst>
                <a:path h="644144" w="5246359">
                  <a:moveTo>
                    <a:pt x="6414" y="0"/>
                  </a:moveTo>
                  <a:lnTo>
                    <a:pt x="5239946" y="0"/>
                  </a:lnTo>
                  <a:cubicBezTo>
                    <a:pt x="5243473" y="0"/>
                    <a:pt x="5246359" y="2286"/>
                    <a:pt x="5246359" y="5080"/>
                  </a:cubicBezTo>
                  <a:lnTo>
                    <a:pt x="5246359" y="639064"/>
                  </a:lnTo>
                  <a:cubicBezTo>
                    <a:pt x="5246359" y="641858"/>
                    <a:pt x="5243473" y="644144"/>
                    <a:pt x="5239946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5239946" y="633984"/>
                  </a:lnTo>
                  <a:lnTo>
                    <a:pt x="5239946" y="639064"/>
                  </a:lnTo>
                  <a:lnTo>
                    <a:pt x="5233532" y="639064"/>
                  </a:lnTo>
                  <a:lnTo>
                    <a:pt x="5233532" y="5080"/>
                  </a:lnTo>
                  <a:lnTo>
                    <a:pt x="5239946" y="5080"/>
                  </a:lnTo>
                  <a:lnTo>
                    <a:pt x="5239946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571348" y="7443026"/>
            <a:ext cx="3694258" cy="475488"/>
            <a:chOff x="0" y="0"/>
            <a:chExt cx="4925678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20793" b="-6990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92567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306974" y="7439216"/>
            <a:ext cx="3703879" cy="483108"/>
            <a:chOff x="0" y="0"/>
            <a:chExt cx="4938505" cy="6441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496498" y="7443026"/>
            <a:ext cx="3463367" cy="475488"/>
            <a:chOff x="0" y="0"/>
            <a:chExt cx="4617823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001233" y="7439216"/>
            <a:ext cx="3703879" cy="483108"/>
            <a:chOff x="0" y="0"/>
            <a:chExt cx="4938505" cy="6441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190756" y="7443026"/>
            <a:ext cx="3463367" cy="475488"/>
            <a:chOff x="0" y="0"/>
            <a:chExt cx="4617823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09547" y="7914704"/>
            <a:ext cx="5781899" cy="483108"/>
            <a:chOff x="0" y="0"/>
            <a:chExt cx="7709198" cy="64414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6414" y="5080"/>
              <a:ext cx="7696371" cy="633984"/>
            </a:xfrm>
            <a:custGeom>
              <a:avLst/>
              <a:gdLst/>
              <a:ahLst/>
              <a:cxnLst/>
              <a:rect r="r" b="b" t="t" l="l"/>
              <a:pathLst>
                <a:path h="633984" w="7696371">
                  <a:moveTo>
                    <a:pt x="0" y="0"/>
                  </a:moveTo>
                  <a:lnTo>
                    <a:pt x="7696371" y="0"/>
                  </a:lnTo>
                  <a:lnTo>
                    <a:pt x="769637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709198" cy="644144"/>
            </a:xfrm>
            <a:custGeom>
              <a:avLst/>
              <a:gdLst/>
              <a:ahLst/>
              <a:cxnLst/>
              <a:rect r="r" b="b" t="t" l="l"/>
              <a:pathLst>
                <a:path h="644144" w="7709198">
                  <a:moveTo>
                    <a:pt x="6414" y="0"/>
                  </a:moveTo>
                  <a:lnTo>
                    <a:pt x="7702785" y="0"/>
                  </a:lnTo>
                  <a:cubicBezTo>
                    <a:pt x="7706313" y="0"/>
                    <a:pt x="7709198" y="2286"/>
                    <a:pt x="7709198" y="5080"/>
                  </a:cubicBezTo>
                  <a:lnTo>
                    <a:pt x="7709198" y="639064"/>
                  </a:lnTo>
                  <a:cubicBezTo>
                    <a:pt x="7709198" y="641858"/>
                    <a:pt x="7706313" y="644144"/>
                    <a:pt x="7702785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7702785" y="633984"/>
                  </a:lnTo>
                  <a:lnTo>
                    <a:pt x="7702785" y="639064"/>
                  </a:lnTo>
                  <a:lnTo>
                    <a:pt x="7696371" y="639064"/>
                  </a:lnTo>
                  <a:lnTo>
                    <a:pt x="7696371" y="5080"/>
                  </a:lnTo>
                  <a:lnTo>
                    <a:pt x="7702785" y="5080"/>
                  </a:lnTo>
                  <a:lnTo>
                    <a:pt x="7702785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99070" y="7918514"/>
            <a:ext cx="5541387" cy="475488"/>
            <a:chOff x="0" y="0"/>
            <a:chExt cx="7388516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88516" cy="633984"/>
            </a:xfrm>
            <a:custGeom>
              <a:avLst/>
              <a:gdLst/>
              <a:ahLst/>
              <a:cxnLst/>
              <a:rect r="r" b="b" t="t" l="l"/>
              <a:pathLst>
                <a:path h="633984" w="7388516">
                  <a:moveTo>
                    <a:pt x="0" y="0"/>
                  </a:moveTo>
                  <a:lnTo>
                    <a:pt x="7388516" y="0"/>
                  </a:lnTo>
                  <a:lnTo>
                    <a:pt x="73885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20793" b="-12986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8851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Per-student memory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381825" y="7914704"/>
            <a:ext cx="3934770" cy="483108"/>
            <a:chOff x="0" y="0"/>
            <a:chExt cx="5246360" cy="64414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6414" y="5080"/>
              <a:ext cx="5233532" cy="633984"/>
            </a:xfrm>
            <a:custGeom>
              <a:avLst/>
              <a:gdLst/>
              <a:ahLst/>
              <a:cxnLst/>
              <a:rect r="r" b="b" t="t" l="l"/>
              <a:pathLst>
                <a:path h="633984" w="5233532">
                  <a:moveTo>
                    <a:pt x="0" y="0"/>
                  </a:moveTo>
                  <a:lnTo>
                    <a:pt x="5233532" y="0"/>
                  </a:lnTo>
                  <a:lnTo>
                    <a:pt x="523353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246359" cy="644144"/>
            </a:xfrm>
            <a:custGeom>
              <a:avLst/>
              <a:gdLst/>
              <a:ahLst/>
              <a:cxnLst/>
              <a:rect r="r" b="b" t="t" l="l"/>
              <a:pathLst>
                <a:path h="644144" w="5246359">
                  <a:moveTo>
                    <a:pt x="6414" y="0"/>
                  </a:moveTo>
                  <a:lnTo>
                    <a:pt x="5239946" y="0"/>
                  </a:lnTo>
                  <a:cubicBezTo>
                    <a:pt x="5243473" y="0"/>
                    <a:pt x="5246359" y="2286"/>
                    <a:pt x="5246359" y="5080"/>
                  </a:cubicBezTo>
                  <a:lnTo>
                    <a:pt x="5246359" y="639064"/>
                  </a:lnTo>
                  <a:cubicBezTo>
                    <a:pt x="5246359" y="641858"/>
                    <a:pt x="5243473" y="644144"/>
                    <a:pt x="5239946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5239946" y="633984"/>
                  </a:lnTo>
                  <a:lnTo>
                    <a:pt x="5239946" y="639064"/>
                  </a:lnTo>
                  <a:lnTo>
                    <a:pt x="5233532" y="639064"/>
                  </a:lnTo>
                  <a:lnTo>
                    <a:pt x="5233532" y="5080"/>
                  </a:lnTo>
                  <a:lnTo>
                    <a:pt x="5239946" y="5080"/>
                  </a:lnTo>
                  <a:lnTo>
                    <a:pt x="5239946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571348" y="7918514"/>
            <a:ext cx="3694258" cy="475488"/>
            <a:chOff x="0" y="0"/>
            <a:chExt cx="4925678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20793" b="-6990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92567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306974" y="7914704"/>
            <a:ext cx="3703879" cy="483108"/>
            <a:chOff x="0" y="0"/>
            <a:chExt cx="4938505" cy="6441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496498" y="7918514"/>
            <a:ext cx="3463367" cy="475488"/>
            <a:chOff x="0" y="0"/>
            <a:chExt cx="4617823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001233" y="7914704"/>
            <a:ext cx="3703879" cy="483108"/>
            <a:chOff x="0" y="0"/>
            <a:chExt cx="4938505" cy="644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190756" y="7918514"/>
            <a:ext cx="3463367" cy="475488"/>
            <a:chOff x="0" y="0"/>
            <a:chExt cx="4617823" cy="6339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09547" y="8390192"/>
            <a:ext cx="5781899" cy="483108"/>
            <a:chOff x="0" y="0"/>
            <a:chExt cx="7709198" cy="6441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6414" y="5080"/>
              <a:ext cx="7696371" cy="633984"/>
            </a:xfrm>
            <a:custGeom>
              <a:avLst/>
              <a:gdLst/>
              <a:ahLst/>
              <a:cxnLst/>
              <a:rect r="r" b="b" t="t" l="l"/>
              <a:pathLst>
                <a:path h="633984" w="7696371">
                  <a:moveTo>
                    <a:pt x="0" y="0"/>
                  </a:moveTo>
                  <a:lnTo>
                    <a:pt x="7696371" y="0"/>
                  </a:lnTo>
                  <a:lnTo>
                    <a:pt x="769637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709198" cy="644144"/>
            </a:xfrm>
            <a:custGeom>
              <a:avLst/>
              <a:gdLst/>
              <a:ahLst/>
              <a:cxnLst/>
              <a:rect r="r" b="b" t="t" l="l"/>
              <a:pathLst>
                <a:path h="644144" w="7709198">
                  <a:moveTo>
                    <a:pt x="6414" y="0"/>
                  </a:moveTo>
                  <a:lnTo>
                    <a:pt x="7702785" y="0"/>
                  </a:lnTo>
                  <a:cubicBezTo>
                    <a:pt x="7706313" y="0"/>
                    <a:pt x="7709198" y="2286"/>
                    <a:pt x="7709198" y="5080"/>
                  </a:cubicBezTo>
                  <a:lnTo>
                    <a:pt x="7709198" y="639064"/>
                  </a:lnTo>
                  <a:cubicBezTo>
                    <a:pt x="7709198" y="641858"/>
                    <a:pt x="7706313" y="644144"/>
                    <a:pt x="7702785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7702785" y="633984"/>
                  </a:lnTo>
                  <a:lnTo>
                    <a:pt x="7702785" y="639064"/>
                  </a:lnTo>
                  <a:lnTo>
                    <a:pt x="7696371" y="639064"/>
                  </a:lnTo>
                  <a:lnTo>
                    <a:pt x="7696371" y="5080"/>
                  </a:lnTo>
                  <a:lnTo>
                    <a:pt x="7702785" y="5080"/>
                  </a:lnTo>
                  <a:lnTo>
                    <a:pt x="7702785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99070" y="8394002"/>
            <a:ext cx="5541387" cy="475488"/>
            <a:chOff x="0" y="0"/>
            <a:chExt cx="7388516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388516" cy="633984"/>
            </a:xfrm>
            <a:custGeom>
              <a:avLst/>
              <a:gdLst/>
              <a:ahLst/>
              <a:cxnLst/>
              <a:rect r="r" b="b" t="t" l="l"/>
              <a:pathLst>
                <a:path h="633984" w="7388516">
                  <a:moveTo>
                    <a:pt x="0" y="0"/>
                  </a:moveTo>
                  <a:lnTo>
                    <a:pt x="7388516" y="0"/>
                  </a:lnTo>
                  <a:lnTo>
                    <a:pt x="73885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20793" b="-12986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38851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 on Telegram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6381825" y="8390192"/>
            <a:ext cx="3934770" cy="483108"/>
            <a:chOff x="0" y="0"/>
            <a:chExt cx="5246360" cy="64414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6414" y="5080"/>
              <a:ext cx="5233532" cy="633984"/>
            </a:xfrm>
            <a:custGeom>
              <a:avLst/>
              <a:gdLst/>
              <a:ahLst/>
              <a:cxnLst/>
              <a:rect r="r" b="b" t="t" l="l"/>
              <a:pathLst>
                <a:path h="633984" w="5233532">
                  <a:moveTo>
                    <a:pt x="0" y="0"/>
                  </a:moveTo>
                  <a:lnTo>
                    <a:pt x="5233532" y="0"/>
                  </a:lnTo>
                  <a:lnTo>
                    <a:pt x="523353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6359" cy="644144"/>
            </a:xfrm>
            <a:custGeom>
              <a:avLst/>
              <a:gdLst/>
              <a:ahLst/>
              <a:cxnLst/>
              <a:rect r="r" b="b" t="t" l="l"/>
              <a:pathLst>
                <a:path h="644144" w="5246359">
                  <a:moveTo>
                    <a:pt x="6414" y="0"/>
                  </a:moveTo>
                  <a:lnTo>
                    <a:pt x="5239946" y="0"/>
                  </a:lnTo>
                  <a:cubicBezTo>
                    <a:pt x="5243473" y="0"/>
                    <a:pt x="5246359" y="2286"/>
                    <a:pt x="5246359" y="5080"/>
                  </a:cubicBezTo>
                  <a:lnTo>
                    <a:pt x="5246359" y="639064"/>
                  </a:lnTo>
                  <a:cubicBezTo>
                    <a:pt x="5246359" y="641858"/>
                    <a:pt x="5243473" y="644144"/>
                    <a:pt x="5239946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5239946" y="633984"/>
                  </a:lnTo>
                  <a:lnTo>
                    <a:pt x="5239946" y="639064"/>
                  </a:lnTo>
                  <a:lnTo>
                    <a:pt x="5233532" y="639064"/>
                  </a:lnTo>
                  <a:lnTo>
                    <a:pt x="5233532" y="5080"/>
                  </a:lnTo>
                  <a:lnTo>
                    <a:pt x="5239946" y="5080"/>
                  </a:lnTo>
                  <a:lnTo>
                    <a:pt x="5239946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571348" y="8394002"/>
            <a:ext cx="3694258" cy="475488"/>
            <a:chOff x="0" y="0"/>
            <a:chExt cx="4925678" cy="6339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20793" b="-6990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92567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306974" y="8390192"/>
            <a:ext cx="3703879" cy="483108"/>
            <a:chOff x="0" y="0"/>
            <a:chExt cx="4938505" cy="64414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0496498" y="8394002"/>
            <a:ext cx="3463367" cy="475488"/>
            <a:chOff x="0" y="0"/>
            <a:chExt cx="4617823" cy="63398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001233" y="8390192"/>
            <a:ext cx="3703879" cy="483108"/>
            <a:chOff x="0" y="0"/>
            <a:chExt cx="4938505" cy="64414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4190756" y="8394002"/>
            <a:ext cx="3463367" cy="475488"/>
            <a:chOff x="0" y="0"/>
            <a:chExt cx="4617823" cy="6339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609547" y="8865680"/>
            <a:ext cx="5781899" cy="483108"/>
            <a:chOff x="0" y="0"/>
            <a:chExt cx="7709198" cy="64414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6414" y="5080"/>
              <a:ext cx="7696371" cy="633984"/>
            </a:xfrm>
            <a:custGeom>
              <a:avLst/>
              <a:gdLst/>
              <a:ahLst/>
              <a:cxnLst/>
              <a:rect r="r" b="b" t="t" l="l"/>
              <a:pathLst>
                <a:path h="633984" w="7696371">
                  <a:moveTo>
                    <a:pt x="0" y="0"/>
                  </a:moveTo>
                  <a:lnTo>
                    <a:pt x="7696371" y="0"/>
                  </a:lnTo>
                  <a:lnTo>
                    <a:pt x="769637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709198" cy="644144"/>
            </a:xfrm>
            <a:custGeom>
              <a:avLst/>
              <a:gdLst/>
              <a:ahLst/>
              <a:cxnLst/>
              <a:rect r="r" b="b" t="t" l="l"/>
              <a:pathLst>
                <a:path h="644144" w="7709198">
                  <a:moveTo>
                    <a:pt x="6414" y="0"/>
                  </a:moveTo>
                  <a:lnTo>
                    <a:pt x="7702785" y="0"/>
                  </a:lnTo>
                  <a:cubicBezTo>
                    <a:pt x="7706313" y="0"/>
                    <a:pt x="7709198" y="2286"/>
                    <a:pt x="7709198" y="5080"/>
                  </a:cubicBezTo>
                  <a:lnTo>
                    <a:pt x="7709198" y="639064"/>
                  </a:lnTo>
                  <a:cubicBezTo>
                    <a:pt x="7709198" y="641858"/>
                    <a:pt x="7706313" y="644144"/>
                    <a:pt x="7702785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7702785" y="633984"/>
                  </a:lnTo>
                  <a:lnTo>
                    <a:pt x="7702785" y="639064"/>
                  </a:lnTo>
                  <a:lnTo>
                    <a:pt x="7696371" y="639064"/>
                  </a:lnTo>
                  <a:lnTo>
                    <a:pt x="7696371" y="5080"/>
                  </a:lnTo>
                  <a:lnTo>
                    <a:pt x="7702785" y="5080"/>
                  </a:lnTo>
                  <a:lnTo>
                    <a:pt x="7702785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799070" y="8869490"/>
            <a:ext cx="5541387" cy="475488"/>
            <a:chOff x="0" y="0"/>
            <a:chExt cx="7388516" cy="63398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388516" cy="633984"/>
            </a:xfrm>
            <a:custGeom>
              <a:avLst/>
              <a:gdLst/>
              <a:ahLst/>
              <a:cxnLst/>
              <a:rect r="r" b="b" t="t" l="l"/>
              <a:pathLst>
                <a:path h="633984" w="7388516">
                  <a:moveTo>
                    <a:pt x="0" y="0"/>
                  </a:moveTo>
                  <a:lnTo>
                    <a:pt x="7388516" y="0"/>
                  </a:lnTo>
                  <a:lnTo>
                    <a:pt x="73885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20793" b="-12986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738851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Context-strict answers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6381825" y="8865680"/>
            <a:ext cx="3934770" cy="483108"/>
            <a:chOff x="0" y="0"/>
            <a:chExt cx="5246360" cy="64414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6414" y="5080"/>
              <a:ext cx="5233532" cy="633984"/>
            </a:xfrm>
            <a:custGeom>
              <a:avLst/>
              <a:gdLst/>
              <a:ahLst/>
              <a:cxnLst/>
              <a:rect r="r" b="b" t="t" l="l"/>
              <a:pathLst>
                <a:path h="633984" w="5233532">
                  <a:moveTo>
                    <a:pt x="0" y="0"/>
                  </a:moveTo>
                  <a:lnTo>
                    <a:pt x="5233532" y="0"/>
                  </a:lnTo>
                  <a:lnTo>
                    <a:pt x="523353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246359" cy="644144"/>
            </a:xfrm>
            <a:custGeom>
              <a:avLst/>
              <a:gdLst/>
              <a:ahLst/>
              <a:cxnLst/>
              <a:rect r="r" b="b" t="t" l="l"/>
              <a:pathLst>
                <a:path h="644144" w="5246359">
                  <a:moveTo>
                    <a:pt x="6414" y="0"/>
                  </a:moveTo>
                  <a:lnTo>
                    <a:pt x="5239946" y="0"/>
                  </a:lnTo>
                  <a:cubicBezTo>
                    <a:pt x="5243473" y="0"/>
                    <a:pt x="5246359" y="2286"/>
                    <a:pt x="5246359" y="5080"/>
                  </a:cubicBezTo>
                  <a:lnTo>
                    <a:pt x="5246359" y="639064"/>
                  </a:lnTo>
                  <a:cubicBezTo>
                    <a:pt x="5246359" y="641858"/>
                    <a:pt x="5243473" y="644144"/>
                    <a:pt x="5239946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5239946" y="633984"/>
                  </a:lnTo>
                  <a:lnTo>
                    <a:pt x="5239946" y="639064"/>
                  </a:lnTo>
                  <a:lnTo>
                    <a:pt x="5233532" y="639064"/>
                  </a:lnTo>
                  <a:lnTo>
                    <a:pt x="5233532" y="5080"/>
                  </a:lnTo>
                  <a:lnTo>
                    <a:pt x="5239946" y="5080"/>
                  </a:lnTo>
                  <a:lnTo>
                    <a:pt x="5239946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6571348" y="8869490"/>
            <a:ext cx="3694258" cy="475488"/>
            <a:chOff x="0" y="0"/>
            <a:chExt cx="4925678" cy="63398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20793" b="-69907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92567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0306974" y="8865680"/>
            <a:ext cx="3703879" cy="483108"/>
            <a:chOff x="0" y="0"/>
            <a:chExt cx="4938505" cy="64414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0496498" y="8869490"/>
            <a:ext cx="3463367" cy="475488"/>
            <a:chOff x="0" y="0"/>
            <a:chExt cx="4617823" cy="63398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4001233" y="8865680"/>
            <a:ext cx="3703879" cy="483108"/>
            <a:chOff x="0" y="0"/>
            <a:chExt cx="4938505" cy="64414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190756" y="8869490"/>
            <a:ext cx="3463367" cy="475488"/>
            <a:chOff x="0" y="0"/>
            <a:chExt cx="4617823" cy="63398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609547" y="9341168"/>
            <a:ext cx="5781899" cy="483108"/>
            <a:chOff x="0" y="0"/>
            <a:chExt cx="7709198" cy="64414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6414" y="5080"/>
              <a:ext cx="7696371" cy="633984"/>
            </a:xfrm>
            <a:custGeom>
              <a:avLst/>
              <a:gdLst/>
              <a:ahLst/>
              <a:cxnLst/>
              <a:rect r="r" b="b" t="t" l="l"/>
              <a:pathLst>
                <a:path h="633984" w="7696371">
                  <a:moveTo>
                    <a:pt x="0" y="0"/>
                  </a:moveTo>
                  <a:lnTo>
                    <a:pt x="7696371" y="0"/>
                  </a:lnTo>
                  <a:lnTo>
                    <a:pt x="769637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7709198" cy="644144"/>
            </a:xfrm>
            <a:custGeom>
              <a:avLst/>
              <a:gdLst/>
              <a:ahLst/>
              <a:cxnLst/>
              <a:rect r="r" b="b" t="t" l="l"/>
              <a:pathLst>
                <a:path h="644144" w="7709198">
                  <a:moveTo>
                    <a:pt x="6414" y="0"/>
                  </a:moveTo>
                  <a:lnTo>
                    <a:pt x="7702785" y="0"/>
                  </a:lnTo>
                  <a:cubicBezTo>
                    <a:pt x="7706313" y="0"/>
                    <a:pt x="7709198" y="2286"/>
                    <a:pt x="7709198" y="5080"/>
                  </a:cubicBezTo>
                  <a:lnTo>
                    <a:pt x="7709198" y="639064"/>
                  </a:lnTo>
                  <a:cubicBezTo>
                    <a:pt x="7709198" y="641858"/>
                    <a:pt x="7706313" y="644144"/>
                    <a:pt x="7702785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7702785" y="633984"/>
                  </a:lnTo>
                  <a:lnTo>
                    <a:pt x="7702785" y="639064"/>
                  </a:lnTo>
                  <a:lnTo>
                    <a:pt x="7696371" y="639064"/>
                  </a:lnTo>
                  <a:lnTo>
                    <a:pt x="7696371" y="5080"/>
                  </a:lnTo>
                  <a:lnTo>
                    <a:pt x="7702785" y="5080"/>
                  </a:lnTo>
                  <a:lnTo>
                    <a:pt x="7702785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799070" y="9344978"/>
            <a:ext cx="5541387" cy="475488"/>
            <a:chOff x="0" y="0"/>
            <a:chExt cx="7388516" cy="63398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7388516" cy="633984"/>
            </a:xfrm>
            <a:custGeom>
              <a:avLst/>
              <a:gdLst/>
              <a:ahLst/>
              <a:cxnLst/>
              <a:rect r="r" b="b" t="t" l="l"/>
              <a:pathLst>
                <a:path h="633984" w="7388516">
                  <a:moveTo>
                    <a:pt x="0" y="0"/>
                  </a:moveTo>
                  <a:lnTo>
                    <a:pt x="7388516" y="0"/>
                  </a:lnTo>
                  <a:lnTo>
                    <a:pt x="73885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20793" b="-129861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738851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install student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6381825" y="9341168"/>
            <a:ext cx="3934770" cy="483108"/>
            <a:chOff x="0" y="0"/>
            <a:chExt cx="5246360" cy="644144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6414" y="5080"/>
              <a:ext cx="5233532" cy="633984"/>
            </a:xfrm>
            <a:custGeom>
              <a:avLst/>
              <a:gdLst/>
              <a:ahLst/>
              <a:cxnLst/>
              <a:rect r="r" b="b" t="t" l="l"/>
              <a:pathLst>
                <a:path h="633984" w="5233532">
                  <a:moveTo>
                    <a:pt x="0" y="0"/>
                  </a:moveTo>
                  <a:lnTo>
                    <a:pt x="5233532" y="0"/>
                  </a:lnTo>
                  <a:lnTo>
                    <a:pt x="523353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246359" cy="644144"/>
            </a:xfrm>
            <a:custGeom>
              <a:avLst/>
              <a:gdLst/>
              <a:ahLst/>
              <a:cxnLst/>
              <a:rect r="r" b="b" t="t" l="l"/>
              <a:pathLst>
                <a:path h="644144" w="5246359">
                  <a:moveTo>
                    <a:pt x="6414" y="0"/>
                  </a:moveTo>
                  <a:lnTo>
                    <a:pt x="5239946" y="0"/>
                  </a:lnTo>
                  <a:cubicBezTo>
                    <a:pt x="5243473" y="0"/>
                    <a:pt x="5246359" y="2286"/>
                    <a:pt x="5246359" y="5080"/>
                  </a:cubicBezTo>
                  <a:lnTo>
                    <a:pt x="5246359" y="639064"/>
                  </a:lnTo>
                  <a:cubicBezTo>
                    <a:pt x="5246359" y="641858"/>
                    <a:pt x="5243473" y="644144"/>
                    <a:pt x="5239946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5239946" y="633984"/>
                  </a:lnTo>
                  <a:lnTo>
                    <a:pt x="5239946" y="639064"/>
                  </a:lnTo>
                  <a:lnTo>
                    <a:pt x="5233532" y="639064"/>
                  </a:lnTo>
                  <a:lnTo>
                    <a:pt x="5233532" y="5080"/>
                  </a:lnTo>
                  <a:lnTo>
                    <a:pt x="5239946" y="5080"/>
                  </a:lnTo>
                  <a:lnTo>
                    <a:pt x="5239946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6571348" y="9344978"/>
            <a:ext cx="3694258" cy="475488"/>
            <a:chOff x="0" y="0"/>
            <a:chExt cx="4925678" cy="63398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8" y="0"/>
                  </a:lnTo>
                  <a:lnTo>
                    <a:pt x="492567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20793" b="-6990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492567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306974" y="9341168"/>
            <a:ext cx="3703879" cy="483108"/>
            <a:chOff x="0" y="0"/>
            <a:chExt cx="4938505" cy="64414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0496498" y="9344978"/>
            <a:ext cx="3463367" cy="475488"/>
            <a:chOff x="0" y="0"/>
            <a:chExt cx="4617823" cy="63398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4001233" y="9341168"/>
            <a:ext cx="3703879" cy="483108"/>
            <a:chOff x="0" y="0"/>
            <a:chExt cx="4938505" cy="644144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6414" y="5080"/>
              <a:ext cx="4925678" cy="633984"/>
            </a:xfrm>
            <a:custGeom>
              <a:avLst/>
              <a:gdLst/>
              <a:ahLst/>
              <a:cxnLst/>
              <a:rect r="r" b="b" t="t" l="l"/>
              <a:pathLst>
                <a:path h="633984" w="4925678">
                  <a:moveTo>
                    <a:pt x="0" y="0"/>
                  </a:moveTo>
                  <a:lnTo>
                    <a:pt x="4925677" y="0"/>
                  </a:lnTo>
                  <a:lnTo>
                    <a:pt x="4925677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80C14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938505" cy="644144"/>
            </a:xfrm>
            <a:custGeom>
              <a:avLst/>
              <a:gdLst/>
              <a:ahLst/>
              <a:cxnLst/>
              <a:rect r="r" b="b" t="t" l="l"/>
              <a:pathLst>
                <a:path h="644144" w="4938505">
                  <a:moveTo>
                    <a:pt x="6414" y="0"/>
                  </a:moveTo>
                  <a:lnTo>
                    <a:pt x="4932091" y="0"/>
                  </a:lnTo>
                  <a:cubicBezTo>
                    <a:pt x="4935619" y="0"/>
                    <a:pt x="4938505" y="2286"/>
                    <a:pt x="4938505" y="5080"/>
                  </a:cubicBezTo>
                  <a:lnTo>
                    <a:pt x="4938505" y="639064"/>
                  </a:lnTo>
                  <a:cubicBezTo>
                    <a:pt x="4938505" y="641858"/>
                    <a:pt x="4935619" y="644144"/>
                    <a:pt x="4932091" y="644144"/>
                  </a:cubicBezTo>
                  <a:lnTo>
                    <a:pt x="6414" y="644144"/>
                  </a:lnTo>
                  <a:cubicBezTo>
                    <a:pt x="28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886" y="0"/>
                    <a:pt x="6414" y="0"/>
                  </a:cubicBezTo>
                  <a:moveTo>
                    <a:pt x="6414" y="10160"/>
                  </a:moveTo>
                  <a:lnTo>
                    <a:pt x="6414" y="5080"/>
                  </a:lnTo>
                  <a:lnTo>
                    <a:pt x="12827" y="5080"/>
                  </a:lnTo>
                  <a:lnTo>
                    <a:pt x="12827" y="639064"/>
                  </a:lnTo>
                  <a:lnTo>
                    <a:pt x="6414" y="639064"/>
                  </a:lnTo>
                  <a:lnTo>
                    <a:pt x="6414" y="633984"/>
                  </a:lnTo>
                  <a:lnTo>
                    <a:pt x="4932091" y="633984"/>
                  </a:lnTo>
                  <a:lnTo>
                    <a:pt x="4932091" y="639064"/>
                  </a:lnTo>
                  <a:lnTo>
                    <a:pt x="4925678" y="639064"/>
                  </a:lnTo>
                  <a:lnTo>
                    <a:pt x="4925678" y="5080"/>
                  </a:lnTo>
                  <a:lnTo>
                    <a:pt x="4932091" y="5080"/>
                  </a:lnTo>
                  <a:lnTo>
                    <a:pt x="4932091" y="10160"/>
                  </a:lnTo>
                  <a:lnTo>
                    <a:pt x="6414" y="10160"/>
                  </a:lnTo>
                  <a:close/>
                </a:path>
              </a:pathLst>
            </a:custGeom>
            <a:solidFill>
              <a:srgbClr val="1E3045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4190756" y="9344978"/>
            <a:ext cx="3463367" cy="475488"/>
            <a:chOff x="0" y="0"/>
            <a:chExt cx="4617823" cy="633984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617823" cy="633984"/>
            </a:xfrm>
            <a:custGeom>
              <a:avLst/>
              <a:gdLst/>
              <a:ahLst/>
              <a:cxnLst/>
              <a:rect r="r" b="b" t="t" l="l"/>
              <a:pathLst>
                <a:path h="633984" w="4617823">
                  <a:moveTo>
                    <a:pt x="0" y="0"/>
                  </a:moveTo>
                  <a:lnTo>
                    <a:pt x="4617823" y="0"/>
                  </a:lnTo>
                  <a:lnTo>
                    <a:pt x="4617823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20793" b="-62413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4617823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F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Link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531364"/>
            <a:ext cx="8067037" cy="3220717"/>
            <a:chOff x="0" y="0"/>
            <a:chExt cx="10756049" cy="42942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3589" y="13589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56138" cy="4294378"/>
            </a:xfrm>
            <a:custGeom>
              <a:avLst/>
              <a:gdLst/>
              <a:ahLst/>
              <a:cxnLst/>
              <a:rect r="r" b="b" t="t" l="l"/>
              <a:pathLst>
                <a:path h="4294378" w="10756138">
                  <a:moveTo>
                    <a:pt x="13589" y="0"/>
                  </a:moveTo>
                  <a:lnTo>
                    <a:pt x="10742549" y="0"/>
                  </a:lnTo>
                  <a:cubicBezTo>
                    <a:pt x="10750042" y="0"/>
                    <a:pt x="10756138" y="6096"/>
                    <a:pt x="10756138" y="13589"/>
                  </a:cubicBezTo>
                  <a:lnTo>
                    <a:pt x="10756138" y="4280789"/>
                  </a:lnTo>
                  <a:cubicBezTo>
                    <a:pt x="10756138" y="4288282"/>
                    <a:pt x="10750042" y="4294378"/>
                    <a:pt x="10742549" y="4294378"/>
                  </a:cubicBezTo>
                  <a:lnTo>
                    <a:pt x="13589" y="4294378"/>
                  </a:lnTo>
                  <a:cubicBezTo>
                    <a:pt x="6096" y="4294378"/>
                    <a:pt x="0" y="4288282"/>
                    <a:pt x="0" y="42807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280789"/>
                  </a:lnTo>
                  <a:lnTo>
                    <a:pt x="13589" y="4280789"/>
                  </a:lnTo>
                  <a:lnTo>
                    <a:pt x="13589" y="4267200"/>
                  </a:lnTo>
                  <a:lnTo>
                    <a:pt x="10742549" y="4267200"/>
                  </a:lnTo>
                  <a:lnTo>
                    <a:pt x="10742549" y="4280789"/>
                  </a:lnTo>
                  <a:lnTo>
                    <a:pt x="10728960" y="4280789"/>
                  </a:lnTo>
                  <a:lnTo>
                    <a:pt x="10728960" y="13589"/>
                  </a:lnTo>
                  <a:lnTo>
                    <a:pt x="10742549" y="13589"/>
                  </a:lnTo>
                  <a:lnTo>
                    <a:pt x="107425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83" y="2907287"/>
            <a:ext cx="658368" cy="658368"/>
            <a:chOff x="0" y="0"/>
            <a:chExt cx="877824" cy="877824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040131" y="2834135"/>
            <a:ext cx="6583680" cy="658368"/>
            <a:chOff x="0" y="0"/>
            <a:chExt cx="8778240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Repository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40131" y="3547367"/>
            <a:ext cx="6583680" cy="475488"/>
            <a:chOff x="0" y="0"/>
            <a:chExt cx="8778240" cy="633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github.com/pavannaik2004/EduClaw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8883" y="4224023"/>
            <a:ext cx="7315200" cy="1316736"/>
            <a:chOff x="0" y="0"/>
            <a:chExt cx="9753600" cy="1755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code · README · AI Disclosure · PPT · Complete documentation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2797" y="6171181"/>
            <a:ext cx="8067037" cy="3220717"/>
            <a:chOff x="0" y="0"/>
            <a:chExt cx="10756049" cy="42942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3589" y="13589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56138" cy="4294378"/>
            </a:xfrm>
            <a:custGeom>
              <a:avLst/>
              <a:gdLst/>
              <a:ahLst/>
              <a:cxnLst/>
              <a:rect r="r" b="b" t="t" l="l"/>
              <a:pathLst>
                <a:path h="4294378" w="10756138">
                  <a:moveTo>
                    <a:pt x="13589" y="0"/>
                  </a:moveTo>
                  <a:lnTo>
                    <a:pt x="10742549" y="0"/>
                  </a:lnTo>
                  <a:cubicBezTo>
                    <a:pt x="10750042" y="0"/>
                    <a:pt x="10756138" y="6096"/>
                    <a:pt x="10756138" y="13589"/>
                  </a:cubicBezTo>
                  <a:lnTo>
                    <a:pt x="10756138" y="4280789"/>
                  </a:lnTo>
                  <a:cubicBezTo>
                    <a:pt x="10756138" y="4288282"/>
                    <a:pt x="10750042" y="4294378"/>
                    <a:pt x="10742549" y="4294378"/>
                  </a:cubicBezTo>
                  <a:lnTo>
                    <a:pt x="13589" y="4294378"/>
                  </a:lnTo>
                  <a:cubicBezTo>
                    <a:pt x="6096" y="4294378"/>
                    <a:pt x="0" y="4288282"/>
                    <a:pt x="0" y="42807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280789"/>
                  </a:lnTo>
                  <a:lnTo>
                    <a:pt x="13589" y="4280789"/>
                  </a:lnTo>
                  <a:lnTo>
                    <a:pt x="13589" y="4267200"/>
                  </a:lnTo>
                  <a:lnTo>
                    <a:pt x="10742549" y="4267200"/>
                  </a:lnTo>
                  <a:lnTo>
                    <a:pt x="10742549" y="4280789"/>
                  </a:lnTo>
                  <a:lnTo>
                    <a:pt x="10728960" y="4280789"/>
                  </a:lnTo>
                  <a:lnTo>
                    <a:pt x="10728960" y="13589"/>
                  </a:lnTo>
                  <a:lnTo>
                    <a:pt x="10742549" y="13589"/>
                  </a:lnTo>
                  <a:lnTo>
                    <a:pt x="107425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" y="6547104"/>
            <a:ext cx="658368" cy="658368"/>
            <a:chOff x="0" y="0"/>
            <a:chExt cx="877824" cy="877824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029968" y="6473952"/>
            <a:ext cx="6583680" cy="658368"/>
            <a:chOff x="0" y="0"/>
            <a:chExt cx="877824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Bot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29968" y="7187184"/>
            <a:ext cx="6583680" cy="475488"/>
            <a:chOff x="0" y="0"/>
            <a:chExt cx="877824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00E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t.me/EduClaw_agent_Bot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8720" y="7863840"/>
            <a:ext cx="7315200" cy="1316736"/>
            <a:chOff x="0" y="0"/>
            <a:chExt cx="9753600" cy="17556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753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 with the live demo — active during evaluation window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99597" y="6171181"/>
            <a:ext cx="8067037" cy="3220717"/>
            <a:chOff x="0" y="0"/>
            <a:chExt cx="10756049" cy="42942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3589" y="13589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56138" cy="4294378"/>
            </a:xfrm>
            <a:custGeom>
              <a:avLst/>
              <a:gdLst/>
              <a:ahLst/>
              <a:cxnLst/>
              <a:rect r="r" b="b" t="t" l="l"/>
              <a:pathLst>
                <a:path h="4294378" w="10756138">
                  <a:moveTo>
                    <a:pt x="13589" y="0"/>
                  </a:moveTo>
                  <a:lnTo>
                    <a:pt x="10742549" y="0"/>
                  </a:lnTo>
                  <a:cubicBezTo>
                    <a:pt x="10750042" y="0"/>
                    <a:pt x="10756138" y="6096"/>
                    <a:pt x="10756138" y="13589"/>
                  </a:cubicBezTo>
                  <a:lnTo>
                    <a:pt x="10756138" y="4280789"/>
                  </a:lnTo>
                  <a:cubicBezTo>
                    <a:pt x="10756138" y="4288282"/>
                    <a:pt x="10750042" y="4294378"/>
                    <a:pt x="10742549" y="4294378"/>
                  </a:cubicBezTo>
                  <a:lnTo>
                    <a:pt x="13589" y="4294378"/>
                  </a:lnTo>
                  <a:cubicBezTo>
                    <a:pt x="6096" y="4294378"/>
                    <a:pt x="0" y="4288282"/>
                    <a:pt x="0" y="42807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280789"/>
                  </a:lnTo>
                  <a:lnTo>
                    <a:pt x="13589" y="4280789"/>
                  </a:lnTo>
                  <a:lnTo>
                    <a:pt x="13589" y="4267200"/>
                  </a:lnTo>
                  <a:lnTo>
                    <a:pt x="10742549" y="4267200"/>
                  </a:lnTo>
                  <a:lnTo>
                    <a:pt x="10742549" y="4280789"/>
                  </a:lnTo>
                  <a:lnTo>
                    <a:pt x="10728960" y="4280789"/>
                  </a:lnTo>
                  <a:lnTo>
                    <a:pt x="10728960" y="13589"/>
                  </a:lnTo>
                  <a:lnTo>
                    <a:pt x="10742549" y="13589"/>
                  </a:lnTo>
                  <a:lnTo>
                    <a:pt x="107425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0F5A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75520" y="6547104"/>
            <a:ext cx="658368" cy="658368"/>
            <a:chOff x="0" y="0"/>
            <a:chExt cx="877824" cy="877824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16768" y="6473952"/>
            <a:ext cx="6583680" cy="658368"/>
            <a:chOff x="0" y="0"/>
            <a:chExt cx="8778240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Submitted via Google Form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716768" y="7187184"/>
            <a:ext cx="6583680" cy="475488"/>
            <a:chOff x="0" y="0"/>
            <a:chExt cx="8778240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10F5A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forms.gle/bM49Dr4A6xutxns49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75520" y="7863840"/>
            <a:ext cx="7315200" cy="1316736"/>
            <a:chOff x="0" y="0"/>
            <a:chExt cx="9753600" cy="17556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53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README, Context document &amp; AI Disclosure included in repo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601200"/>
            <a:ext cx="16642080" cy="402336"/>
            <a:chOff x="0" y="0"/>
            <a:chExt cx="2218944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89439" cy="536448"/>
            </a:xfrm>
            <a:custGeom>
              <a:avLst/>
              <a:gdLst/>
              <a:ahLst/>
              <a:cxnLst/>
              <a:rect r="r" b="b" t="t" l="l"/>
              <a:pathLst>
                <a:path h="5364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972" r="0" b="-75597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21894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Team: pavannaik2004 &amp; sumanthhegde · RVCE_EduClaw · Samsung PRISM OpenClaw 2026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99597" y="2458717"/>
            <a:ext cx="8067037" cy="3220717"/>
            <a:chOff x="0" y="0"/>
            <a:chExt cx="10756049" cy="429428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3589" y="13589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192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56138" cy="4294378"/>
            </a:xfrm>
            <a:custGeom>
              <a:avLst/>
              <a:gdLst/>
              <a:ahLst/>
              <a:cxnLst/>
              <a:rect r="r" b="b" t="t" l="l"/>
              <a:pathLst>
                <a:path h="4294378" w="10756138">
                  <a:moveTo>
                    <a:pt x="13589" y="0"/>
                  </a:moveTo>
                  <a:lnTo>
                    <a:pt x="10742549" y="0"/>
                  </a:lnTo>
                  <a:cubicBezTo>
                    <a:pt x="10750042" y="0"/>
                    <a:pt x="10756138" y="6096"/>
                    <a:pt x="10756138" y="13589"/>
                  </a:cubicBezTo>
                  <a:lnTo>
                    <a:pt x="10756138" y="4280789"/>
                  </a:lnTo>
                  <a:cubicBezTo>
                    <a:pt x="10756138" y="4288282"/>
                    <a:pt x="10750042" y="4294378"/>
                    <a:pt x="10742549" y="4294378"/>
                  </a:cubicBezTo>
                  <a:lnTo>
                    <a:pt x="13589" y="4294378"/>
                  </a:lnTo>
                  <a:cubicBezTo>
                    <a:pt x="6096" y="4294378"/>
                    <a:pt x="0" y="4288282"/>
                    <a:pt x="0" y="42807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280789"/>
                  </a:lnTo>
                  <a:lnTo>
                    <a:pt x="13589" y="4280789"/>
                  </a:lnTo>
                  <a:lnTo>
                    <a:pt x="13589" y="4267200"/>
                  </a:lnTo>
                  <a:lnTo>
                    <a:pt x="10742549" y="4267200"/>
                  </a:lnTo>
                  <a:lnTo>
                    <a:pt x="10742549" y="4280789"/>
                  </a:lnTo>
                  <a:lnTo>
                    <a:pt x="10728960" y="4280789"/>
                  </a:lnTo>
                  <a:lnTo>
                    <a:pt x="10728960" y="13589"/>
                  </a:lnTo>
                  <a:lnTo>
                    <a:pt x="10742549" y="13589"/>
                  </a:lnTo>
                  <a:lnTo>
                    <a:pt x="107425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B5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75520" y="2834640"/>
            <a:ext cx="658368" cy="658368"/>
            <a:chOff x="0" y="0"/>
            <a:chExt cx="877824" cy="877824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716768" y="2761488"/>
            <a:ext cx="6583680" cy="658368"/>
            <a:chOff x="0" y="0"/>
            <a:chExt cx="877824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Video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716768" y="3474720"/>
            <a:ext cx="6583680" cy="665169"/>
            <a:chOff x="0" y="0"/>
            <a:chExt cx="8778240" cy="8868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78240" cy="886892"/>
            </a:xfrm>
            <a:custGeom>
              <a:avLst/>
              <a:gdLst/>
              <a:ahLst/>
              <a:cxnLst/>
              <a:rect r="r" b="b" t="t" l="l"/>
              <a:pathLst>
                <a:path h="8868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116" r="0" b="-1286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778240" cy="924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u="sng">
                  <a:solidFill>
                    <a:srgbClr val="FF5B5B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8" tooltip="https://drive.google.com/file/d/1foqMcjgMzGlrE-RbEhzAG1EpbsznaZdS/view?usp=sharing"/>
                </a:rPr>
                <a:t>https://drive.google.com/file/d/1foqMcjgMzGlrE-RbEhzAG1EpbsznaZdS/view?usp=sharing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75520" y="4151376"/>
            <a:ext cx="7315200" cy="1316736"/>
            <a:chOff x="0" y="0"/>
            <a:chExt cx="9753600" cy="17556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753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0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walkthrough: PDF upload → digest → doubt → quiz → instructor report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50976"/>
            <a:ext cx="17007840" cy="1133856"/>
            <a:chOff x="0" y="0"/>
            <a:chExt cx="22677120" cy="1511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267712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Brownie Slide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2218439"/>
            <a:ext cx="17033243" cy="71123"/>
            <a:chOff x="0" y="0"/>
            <a:chExt cx="22710991" cy="94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60960"/>
            </a:xfrm>
            <a:custGeom>
              <a:avLst/>
              <a:gdLst/>
              <a:ahLst/>
              <a:cxnLst/>
              <a:rect r="r" b="b" t="t" l="l"/>
              <a:pathLst>
                <a:path h="6096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2B5C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94744"/>
            </a:xfrm>
            <a:custGeom>
              <a:avLst/>
              <a:gdLst/>
              <a:ahLst/>
              <a:cxnLst/>
              <a:rect r="r" b="b" t="t" l="l"/>
              <a:pathLst>
                <a:path h="9474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77851"/>
                  </a:lnTo>
                  <a:cubicBezTo>
                    <a:pt x="22710902" y="87249"/>
                    <a:pt x="22703282" y="94742"/>
                    <a:pt x="2269401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694010" y="60960"/>
                  </a:lnTo>
                  <a:lnTo>
                    <a:pt x="22694010" y="77851"/>
                  </a:lnTo>
                  <a:lnTo>
                    <a:pt x="22677120" y="7785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2B5C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414016"/>
            <a:ext cx="17007840" cy="512064"/>
            <a:chOff x="0" y="0"/>
            <a:chExt cx="226771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677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7E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comes next (Phase 3 vision)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6424" y="3528933"/>
            <a:ext cx="5407657" cy="5407657"/>
            <a:chOff x="0" y="0"/>
            <a:chExt cx="7210209" cy="7210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7193280" cy="7193280"/>
            </a:xfrm>
            <a:custGeom>
              <a:avLst/>
              <a:gdLst/>
              <a:ahLst/>
              <a:cxnLst/>
              <a:rect r="r" b="b" t="t" l="l"/>
              <a:pathLst>
                <a:path h="7193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193280"/>
                  </a:lnTo>
                  <a:lnTo>
                    <a:pt x="0" y="71932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10299" cy="7210299"/>
            </a:xfrm>
            <a:custGeom>
              <a:avLst/>
              <a:gdLst/>
              <a:ahLst/>
              <a:cxnLst/>
              <a:rect r="r" b="b" t="t" l="l"/>
              <a:pathLst>
                <a:path h="7210299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7201789"/>
                  </a:lnTo>
                  <a:cubicBezTo>
                    <a:pt x="7210299" y="7206488"/>
                    <a:pt x="7206488" y="7210299"/>
                    <a:pt x="7201789" y="7210299"/>
                  </a:cubicBezTo>
                  <a:lnTo>
                    <a:pt x="8509" y="7210299"/>
                  </a:lnTo>
                  <a:cubicBezTo>
                    <a:pt x="3810" y="7210299"/>
                    <a:pt x="0" y="7206488"/>
                    <a:pt x="0" y="7201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201789"/>
                  </a:lnTo>
                  <a:lnTo>
                    <a:pt x="8509" y="7201789"/>
                  </a:lnTo>
                  <a:lnTo>
                    <a:pt x="8509" y="7193280"/>
                  </a:lnTo>
                  <a:lnTo>
                    <a:pt x="7201789" y="7193280"/>
                  </a:lnTo>
                  <a:lnTo>
                    <a:pt x="7201789" y="7201789"/>
                  </a:lnTo>
                  <a:lnTo>
                    <a:pt x="7193280" y="720178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3522589"/>
            <a:ext cx="5420363" cy="976379"/>
            <a:chOff x="0" y="0"/>
            <a:chExt cx="7227151" cy="13018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19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A7E8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706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284859"/>
                  </a:lnTo>
                  <a:cubicBezTo>
                    <a:pt x="7227062" y="1294257"/>
                    <a:pt x="7219442" y="1301750"/>
                    <a:pt x="72101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10172" y="1267968"/>
                  </a:lnTo>
                  <a:lnTo>
                    <a:pt x="7210172" y="1284859"/>
                  </a:lnTo>
                  <a:lnTo>
                    <a:pt x="7193280" y="128485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8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2777" y="3535286"/>
            <a:ext cx="5394960" cy="950976"/>
            <a:chOff x="0" y="0"/>
            <a:chExt cx="719328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932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v1.0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2233" y="4632566"/>
            <a:ext cx="4937760" cy="914400"/>
            <a:chOff x="0" y="0"/>
            <a:chExt cx="658368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Telegram bot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2233" y="5638406"/>
            <a:ext cx="4937760" cy="914400"/>
            <a:chOff x="0" y="0"/>
            <a:chExt cx="658368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PDF digest, daily quiz, deadline alert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2233" y="6644246"/>
            <a:ext cx="4937760" cy="914400"/>
            <a:chOff x="0" y="0"/>
            <a:chExt cx="658368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Per-student Cognitive RAM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2233" y="7650086"/>
            <a:ext cx="4937760" cy="914400"/>
            <a:chOff x="0" y="0"/>
            <a:chExt cx="658368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Weekly instructor docx report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62008" y="3528933"/>
            <a:ext cx="5407657" cy="5407657"/>
            <a:chOff x="0" y="0"/>
            <a:chExt cx="7210209" cy="72102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7193280" cy="7193280"/>
            </a:xfrm>
            <a:custGeom>
              <a:avLst/>
              <a:gdLst/>
              <a:ahLst/>
              <a:cxnLst/>
              <a:rect r="r" b="b" t="t" l="l"/>
              <a:pathLst>
                <a:path h="7193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193280"/>
                  </a:lnTo>
                  <a:lnTo>
                    <a:pt x="0" y="71932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10299" cy="7210299"/>
            </a:xfrm>
            <a:custGeom>
              <a:avLst/>
              <a:gdLst/>
              <a:ahLst/>
              <a:cxnLst/>
              <a:rect r="r" b="b" t="t" l="l"/>
              <a:pathLst>
                <a:path h="7210299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7201789"/>
                  </a:lnTo>
                  <a:cubicBezTo>
                    <a:pt x="7210299" y="7206488"/>
                    <a:pt x="7206488" y="7210299"/>
                    <a:pt x="7201789" y="7210299"/>
                  </a:cubicBezTo>
                  <a:lnTo>
                    <a:pt x="8509" y="7210299"/>
                  </a:lnTo>
                  <a:cubicBezTo>
                    <a:pt x="3810" y="7210299"/>
                    <a:pt x="0" y="7206488"/>
                    <a:pt x="0" y="7201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201789"/>
                  </a:lnTo>
                  <a:lnTo>
                    <a:pt x="8509" y="7201789"/>
                  </a:lnTo>
                  <a:lnTo>
                    <a:pt x="8509" y="7193280"/>
                  </a:lnTo>
                  <a:lnTo>
                    <a:pt x="7201789" y="7193280"/>
                  </a:lnTo>
                  <a:lnTo>
                    <a:pt x="7201789" y="7201789"/>
                  </a:lnTo>
                  <a:lnTo>
                    <a:pt x="7193280" y="720178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55664" y="3522589"/>
            <a:ext cx="5420363" cy="976379"/>
            <a:chOff x="0" y="0"/>
            <a:chExt cx="7227151" cy="1301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19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2706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284859"/>
                  </a:lnTo>
                  <a:cubicBezTo>
                    <a:pt x="7227062" y="1294257"/>
                    <a:pt x="7219442" y="1301750"/>
                    <a:pt x="72101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10172" y="1267968"/>
                  </a:lnTo>
                  <a:lnTo>
                    <a:pt x="7210172" y="1284859"/>
                  </a:lnTo>
                  <a:lnTo>
                    <a:pt x="7193280" y="128485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68361" y="3535286"/>
            <a:ext cx="5394960" cy="950976"/>
            <a:chOff x="0" y="0"/>
            <a:chExt cx="7193280" cy="1267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1932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v1.5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87817" y="4632566"/>
            <a:ext cx="4937760" cy="914400"/>
            <a:chOff x="0" y="0"/>
            <a:chExt cx="658368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Voice doubt input (Whisper API)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87817" y="5638406"/>
            <a:ext cx="4937760" cy="914400"/>
            <a:chOff x="0" y="0"/>
            <a:chExt cx="658368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Multi-language support (Hindi, Kannada)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87817" y="6644246"/>
            <a:ext cx="4937760" cy="914400"/>
            <a:chOff x="0" y="0"/>
            <a:chExt cx="658368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Google Classroom API integration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687817" y="7650086"/>
            <a:ext cx="4937760" cy="914400"/>
            <a:chOff x="0" y="0"/>
            <a:chExt cx="658368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Peer study group auto-formation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77592" y="3528933"/>
            <a:ext cx="5407657" cy="5407657"/>
            <a:chOff x="0" y="0"/>
            <a:chExt cx="7210209" cy="721020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7193280" cy="7193280"/>
            </a:xfrm>
            <a:custGeom>
              <a:avLst/>
              <a:gdLst/>
              <a:ahLst/>
              <a:cxnLst/>
              <a:rect r="r" b="b" t="t" l="l"/>
              <a:pathLst>
                <a:path h="7193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193280"/>
                  </a:lnTo>
                  <a:lnTo>
                    <a:pt x="0" y="719328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210299" cy="7210299"/>
            </a:xfrm>
            <a:custGeom>
              <a:avLst/>
              <a:gdLst/>
              <a:ahLst/>
              <a:cxnLst/>
              <a:rect r="r" b="b" t="t" l="l"/>
              <a:pathLst>
                <a:path h="7210299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7201789"/>
                  </a:lnTo>
                  <a:cubicBezTo>
                    <a:pt x="7210299" y="7206488"/>
                    <a:pt x="7206488" y="7210299"/>
                    <a:pt x="7201789" y="7210299"/>
                  </a:cubicBezTo>
                  <a:lnTo>
                    <a:pt x="8509" y="7210299"/>
                  </a:lnTo>
                  <a:cubicBezTo>
                    <a:pt x="3810" y="7210299"/>
                    <a:pt x="0" y="7206488"/>
                    <a:pt x="0" y="7201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201789"/>
                  </a:lnTo>
                  <a:lnTo>
                    <a:pt x="8509" y="7201789"/>
                  </a:lnTo>
                  <a:lnTo>
                    <a:pt x="8509" y="7193280"/>
                  </a:lnTo>
                  <a:lnTo>
                    <a:pt x="7201789" y="7193280"/>
                  </a:lnTo>
                  <a:lnTo>
                    <a:pt x="7201789" y="7201789"/>
                  </a:lnTo>
                  <a:lnTo>
                    <a:pt x="7193280" y="720178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EAE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271248" y="3522589"/>
            <a:ext cx="5420363" cy="976379"/>
            <a:chOff x="0" y="0"/>
            <a:chExt cx="7227151" cy="13018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19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C35A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22706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284859"/>
                  </a:lnTo>
                  <a:cubicBezTo>
                    <a:pt x="7227062" y="1294257"/>
                    <a:pt x="7219442" y="1301750"/>
                    <a:pt x="72101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10172" y="1267968"/>
                  </a:lnTo>
                  <a:lnTo>
                    <a:pt x="7210172" y="1284859"/>
                  </a:lnTo>
                  <a:lnTo>
                    <a:pt x="7193280" y="128485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C35A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83945" y="3535286"/>
            <a:ext cx="5394960" cy="950976"/>
            <a:chOff x="0" y="0"/>
            <a:chExt cx="7193280" cy="1267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1932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v2.0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503401" y="4632566"/>
            <a:ext cx="4937760" cy="914400"/>
            <a:chOff x="0" y="0"/>
            <a:chExt cx="658368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Samsung Galaxy AI worklet (on-device)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03401" y="5638406"/>
            <a:ext cx="4937760" cy="914400"/>
            <a:chOff x="0" y="0"/>
            <a:chExt cx="658368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Adaptive quiz difficulty via RL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03401" y="6644246"/>
            <a:ext cx="4937760" cy="914400"/>
            <a:chOff x="0" y="0"/>
            <a:chExt cx="658368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Plagiarism-aware assignment coach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503401" y="7650086"/>
            <a:ext cx="4937760" cy="914400"/>
            <a:chOff x="0" y="0"/>
            <a:chExt cx="658368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Department-wide rollout dashboard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DAHJGE77ANU</dc:identifier>
  <dcterms:modified xsi:type="dcterms:W3CDTF">2011-08-01T06:04:30Z</dcterms:modified>
  <cp:revision>1</cp:revision>
  <dc:title>RVCE_EduClaw.pptx</dc:title>
</cp:coreProperties>
</file>